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6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</p:sldIdLst>
  <p:sldSz cy="8229600" cx="14630400"/>
  <p:notesSz cx="8229600" cy="14630400"/>
  <p:embeddedFontLst>
    <p:embeddedFont>
      <p:font typeface="Raleway"/>
      <p:regular r:id="rId23"/>
      <p:bold r:id="rId24"/>
      <p:italic r:id="rId25"/>
      <p:boldItalic r:id="rId26"/>
    </p:embeddedFont>
    <p:embeddedFont>
      <p:font typeface="Roboto"/>
      <p:regular r:id="rId27"/>
      <p:bold r:id="rId28"/>
      <p:italic r:id="rId29"/>
      <p:boldItalic r:id="rId30"/>
    </p:embeddedFont>
    <p:embeddedFont>
      <p:font typeface="Lato"/>
      <p:regular r:id="rId31"/>
      <p:bold r:id="rId32"/>
      <p:italic r:id="rId33"/>
      <p:boldItalic r:id="rId34"/>
    </p:embeddedFont>
    <p:embeddedFont>
      <p:font typeface="Overpass"/>
      <p:regular r:id="rId35"/>
      <p:bold r:id="rId36"/>
      <p:italic r:id="rId37"/>
      <p:boldItalic r:id="rId38"/>
    </p:embeddedFont>
    <p:embeddedFont>
      <p:font typeface="Syne"/>
      <p:regular r:id="rId39"/>
      <p:bold r:id="rId40"/>
    </p:embeddedFont>
    <p:embeddedFont>
      <p:font typeface="Open Sans"/>
      <p:regular r:id="rId41"/>
      <p:bold r:id="rId42"/>
      <p:italic r:id="rId43"/>
      <p:boldItalic r:id="rId4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Syne-bold.fntdata"/><Relationship Id="rId20" Type="http://schemas.openxmlformats.org/officeDocument/2006/relationships/slide" Target="slides/slide16.xml"/><Relationship Id="rId42" Type="http://schemas.openxmlformats.org/officeDocument/2006/relationships/font" Target="fonts/OpenSans-bold.fntdata"/><Relationship Id="rId41" Type="http://schemas.openxmlformats.org/officeDocument/2006/relationships/font" Target="fonts/OpenSans-regular.fntdata"/><Relationship Id="rId22" Type="http://schemas.openxmlformats.org/officeDocument/2006/relationships/slide" Target="slides/slide18.xml"/><Relationship Id="rId44" Type="http://schemas.openxmlformats.org/officeDocument/2006/relationships/font" Target="fonts/OpenSans-boldItalic.fntdata"/><Relationship Id="rId21" Type="http://schemas.openxmlformats.org/officeDocument/2006/relationships/slide" Target="slides/slide17.xml"/><Relationship Id="rId43" Type="http://schemas.openxmlformats.org/officeDocument/2006/relationships/font" Target="fonts/OpenSans-italic.fntdata"/><Relationship Id="rId24" Type="http://schemas.openxmlformats.org/officeDocument/2006/relationships/font" Target="fonts/Raleway-bold.fntdata"/><Relationship Id="rId23" Type="http://schemas.openxmlformats.org/officeDocument/2006/relationships/font" Target="fonts/Raleway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font" Target="fonts/Raleway-boldItalic.fntdata"/><Relationship Id="rId25" Type="http://schemas.openxmlformats.org/officeDocument/2006/relationships/font" Target="fonts/Raleway-italic.fntdata"/><Relationship Id="rId28" Type="http://schemas.openxmlformats.org/officeDocument/2006/relationships/font" Target="fonts/Roboto-bold.fntdata"/><Relationship Id="rId27" Type="http://schemas.openxmlformats.org/officeDocument/2006/relationships/font" Target="fonts/Roboto-regular.fntdata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font" Target="fonts/Roboto-italic.fntdata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31" Type="http://schemas.openxmlformats.org/officeDocument/2006/relationships/font" Target="fonts/Lato-regular.fntdata"/><Relationship Id="rId30" Type="http://schemas.openxmlformats.org/officeDocument/2006/relationships/font" Target="fonts/Roboto-boldItalic.fntdata"/><Relationship Id="rId11" Type="http://schemas.openxmlformats.org/officeDocument/2006/relationships/slide" Target="slides/slide7.xml"/><Relationship Id="rId33" Type="http://schemas.openxmlformats.org/officeDocument/2006/relationships/font" Target="fonts/Lato-italic.fntdata"/><Relationship Id="rId10" Type="http://schemas.openxmlformats.org/officeDocument/2006/relationships/slide" Target="slides/slide6.xml"/><Relationship Id="rId32" Type="http://schemas.openxmlformats.org/officeDocument/2006/relationships/font" Target="fonts/Lato-bold.fntdata"/><Relationship Id="rId13" Type="http://schemas.openxmlformats.org/officeDocument/2006/relationships/slide" Target="slides/slide9.xml"/><Relationship Id="rId35" Type="http://schemas.openxmlformats.org/officeDocument/2006/relationships/font" Target="fonts/Overpass-regular.fntdata"/><Relationship Id="rId12" Type="http://schemas.openxmlformats.org/officeDocument/2006/relationships/slide" Target="slides/slide8.xml"/><Relationship Id="rId34" Type="http://schemas.openxmlformats.org/officeDocument/2006/relationships/font" Target="fonts/Lato-boldItalic.fntdata"/><Relationship Id="rId15" Type="http://schemas.openxmlformats.org/officeDocument/2006/relationships/slide" Target="slides/slide11.xml"/><Relationship Id="rId37" Type="http://schemas.openxmlformats.org/officeDocument/2006/relationships/font" Target="fonts/Overpass-italic.fntdata"/><Relationship Id="rId14" Type="http://schemas.openxmlformats.org/officeDocument/2006/relationships/slide" Target="slides/slide10.xml"/><Relationship Id="rId36" Type="http://schemas.openxmlformats.org/officeDocument/2006/relationships/font" Target="fonts/Overpass-bold.fntdata"/><Relationship Id="rId17" Type="http://schemas.openxmlformats.org/officeDocument/2006/relationships/slide" Target="slides/slide13.xml"/><Relationship Id="rId39" Type="http://schemas.openxmlformats.org/officeDocument/2006/relationships/font" Target="fonts/Syne-regular.fntdata"/><Relationship Id="rId16" Type="http://schemas.openxmlformats.org/officeDocument/2006/relationships/slide" Target="slides/slide12.xml"/><Relationship Id="rId38" Type="http://schemas.openxmlformats.org/officeDocument/2006/relationships/font" Target="fonts/Overpass-boldItalic.fntdata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/>
              <a:t>‹#›</a:t>
            </a:fld>
            <a:endParaRPr b="0" i="0" sz="1200" u="none" cap="none" strike="noStrike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68ed868d0f_0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g368ed868d0f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" name="Google Shape;179;g368ed868d0f_0_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6aeaaaa1f1_0_226:notes"/>
          <p:cNvSpPr/>
          <p:nvPr>
            <p:ph idx="2" type="sldImg"/>
          </p:nvPr>
        </p:nvSpPr>
        <p:spPr>
          <a:xfrm>
            <a:off x="685800" y="1143000"/>
            <a:ext cx="5486400" cy="3085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4" name="Google Shape;184;g36aeaaaa1f1_0_22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6525" lIns="93125" spcFirstLastPara="1" rIns="93125" wrap="square" tIns="465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" name="Google Shape;185;g36aeaaaa1f1_0_226:notes"/>
          <p:cNvSpPr txBox="1"/>
          <p:nvPr>
            <p:ph idx="12" type="sldNum"/>
          </p:nvPr>
        </p:nvSpPr>
        <p:spPr>
          <a:xfrm>
            <a:off x="3884613" y="8685213"/>
            <a:ext cx="2971800" cy="459000"/>
          </a:xfrm>
          <a:prstGeom prst="rect">
            <a:avLst/>
          </a:prstGeom>
          <a:noFill/>
          <a:ln>
            <a:noFill/>
          </a:ln>
        </p:spPr>
        <p:txBody>
          <a:bodyPr anchorCtr="0" anchor="b" bIns="46525" lIns="93125" spcFirstLastPara="1" rIns="93125" wrap="square" tIns="465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500"/>
              <a:t>‹#›</a:t>
            </a:fld>
            <a:endParaRPr sz="150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36aeaaaa1f1_0_58:notes"/>
          <p:cNvSpPr/>
          <p:nvPr>
            <p:ph idx="2" type="sldImg"/>
          </p:nvPr>
        </p:nvSpPr>
        <p:spPr>
          <a:xfrm>
            <a:off x="685800" y="1143000"/>
            <a:ext cx="5486400" cy="3085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8" name="Google Shape;208;g36aeaaaa1f1_0_5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6525" lIns="93125" spcFirstLastPara="1" rIns="93125" wrap="square" tIns="465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g36aeaaaa1f1_0_58:notes"/>
          <p:cNvSpPr txBox="1"/>
          <p:nvPr>
            <p:ph idx="12" type="sldNum"/>
          </p:nvPr>
        </p:nvSpPr>
        <p:spPr>
          <a:xfrm>
            <a:off x="3884613" y="8685213"/>
            <a:ext cx="2971800" cy="459000"/>
          </a:xfrm>
          <a:prstGeom prst="rect">
            <a:avLst/>
          </a:prstGeom>
          <a:noFill/>
          <a:ln>
            <a:noFill/>
          </a:ln>
        </p:spPr>
        <p:txBody>
          <a:bodyPr anchorCtr="0" anchor="b" bIns="46525" lIns="93125" spcFirstLastPara="1" rIns="93125" wrap="square" tIns="465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500"/>
              <a:t>‹#›</a:t>
            </a:fld>
            <a:endParaRPr sz="150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g36aeaaaa1f1_0_81:notes"/>
          <p:cNvSpPr/>
          <p:nvPr>
            <p:ph idx="2" type="sldImg"/>
          </p:nvPr>
        </p:nvSpPr>
        <p:spPr>
          <a:xfrm>
            <a:off x="457560" y="1097280"/>
            <a:ext cx="7315200" cy="5486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5" name="Google Shape;215;g36aeaaaa1f1_0_81:notes"/>
          <p:cNvSpPr txBox="1"/>
          <p:nvPr>
            <p:ph idx="1" type="body"/>
          </p:nvPr>
        </p:nvSpPr>
        <p:spPr>
          <a:xfrm>
            <a:off x="822960" y="6949440"/>
            <a:ext cx="6583800" cy="6583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36aeaaaa1f1_0_55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3" name="Google Shape;223;g36aeaaaa1f1_0_55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g36aeaaaa1f1_0_55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36aeaaaa1f1_0_252:notes"/>
          <p:cNvSpPr/>
          <p:nvPr>
            <p:ph idx="2" type="sldImg"/>
          </p:nvPr>
        </p:nvSpPr>
        <p:spPr>
          <a:xfrm>
            <a:off x="457560" y="1097280"/>
            <a:ext cx="7315200" cy="5486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2" name="Google Shape;232;g36aeaaaa1f1_0_252:notes"/>
          <p:cNvSpPr txBox="1"/>
          <p:nvPr>
            <p:ph idx="1" type="body"/>
          </p:nvPr>
        </p:nvSpPr>
        <p:spPr>
          <a:xfrm>
            <a:off x="822960" y="6949440"/>
            <a:ext cx="6583800" cy="6583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36aeaaaa1f1_0_93:notes"/>
          <p:cNvSpPr/>
          <p:nvPr>
            <p:ph idx="2" type="sldImg"/>
          </p:nvPr>
        </p:nvSpPr>
        <p:spPr>
          <a:xfrm>
            <a:off x="457560" y="1097280"/>
            <a:ext cx="7315200" cy="5486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1" name="Google Shape;241;g36aeaaaa1f1_0_93:notes"/>
          <p:cNvSpPr txBox="1"/>
          <p:nvPr>
            <p:ph idx="1" type="body"/>
          </p:nvPr>
        </p:nvSpPr>
        <p:spPr>
          <a:xfrm>
            <a:off x="822960" y="6949440"/>
            <a:ext cx="6583800" cy="6583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g36aeaaaa1f1_0_100:notes"/>
          <p:cNvSpPr/>
          <p:nvPr>
            <p:ph idx="2" type="sldImg"/>
          </p:nvPr>
        </p:nvSpPr>
        <p:spPr>
          <a:xfrm>
            <a:off x="457560" y="1097280"/>
            <a:ext cx="7315200" cy="5486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9" name="Google Shape;249;g36aeaaaa1f1_0_100:notes"/>
          <p:cNvSpPr txBox="1"/>
          <p:nvPr>
            <p:ph idx="1" type="body"/>
          </p:nvPr>
        </p:nvSpPr>
        <p:spPr>
          <a:xfrm>
            <a:off x="822960" y="6949440"/>
            <a:ext cx="6583800" cy="6583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g36aeaaaa1f1_0_106:notes"/>
          <p:cNvSpPr/>
          <p:nvPr>
            <p:ph idx="2" type="sldImg"/>
          </p:nvPr>
        </p:nvSpPr>
        <p:spPr>
          <a:xfrm>
            <a:off x="457560" y="1097280"/>
            <a:ext cx="7315200" cy="5486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6" name="Google Shape;256;g36aeaaaa1f1_0_106:notes"/>
          <p:cNvSpPr txBox="1"/>
          <p:nvPr>
            <p:ph idx="1" type="body"/>
          </p:nvPr>
        </p:nvSpPr>
        <p:spPr>
          <a:xfrm>
            <a:off x="822960" y="6949440"/>
            <a:ext cx="6583800" cy="6583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g36aeaaaa1f1_0_113:notes"/>
          <p:cNvSpPr/>
          <p:nvPr>
            <p:ph idx="2" type="sldImg"/>
          </p:nvPr>
        </p:nvSpPr>
        <p:spPr>
          <a:xfrm>
            <a:off x="457560" y="1097280"/>
            <a:ext cx="7315200" cy="5486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4" name="Google Shape;264;g36aeaaaa1f1_0_113:notes"/>
          <p:cNvSpPr txBox="1"/>
          <p:nvPr>
            <p:ph idx="1" type="body"/>
          </p:nvPr>
        </p:nvSpPr>
        <p:spPr>
          <a:xfrm>
            <a:off x="822960" y="6949440"/>
            <a:ext cx="6583800" cy="6583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36aeaaaa1f1_0_5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9" name="Google Shape;269;g36aeaaaa1f1_0_51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0" name="Google Shape;270;g36aeaaaa1f1_0_51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g36aeaaaa1f1_0_3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5" name="Google Shape;275;g36aeaaaa1f1_0_3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6" name="Google Shape;276;g36aeaaaa1f1_0_30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36aeaaaa1f1_0_26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3" name="Google Shape;283;g36aeaaaa1f1_0_26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4" name="Google Shape;284;g36aeaaaa1f1_0_26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g36aeaaaa1f1_0_28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0" name="Google Shape;290;g36aeaaaa1f1_0_28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1" name="Google Shape;291;g36aeaaaa1f1_0_281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g36aeaaaa1f1_0_29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7" name="Google Shape;297;g36aeaaaa1f1_0_29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8" name="Google Shape;298;g36aeaaaa1f1_0_293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g3f417fe7fce_1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5" name="Google Shape;305;g3f417fe7fce_1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6" name="Google Shape;306;g3f417fe7fce_1_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3f417fe7fce_1_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3" name="Google Shape;313;g3f417fe7fce_1_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g3f417fe7fce_1_7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224c8163f287bebf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224c8163f287bebf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1" name="Google Shape;321;g224c8163f287bebf_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2"/>
          <p:cNvSpPr txBox="1"/>
          <p:nvPr>
            <p:ph type="ctrTitle"/>
          </p:nvPr>
        </p:nvSpPr>
        <p:spPr>
          <a:xfrm>
            <a:off x="1032360" y="4420360"/>
            <a:ext cx="10778400" cy="1855800"/>
          </a:xfrm>
          <a:prstGeom prst="rect">
            <a:avLst/>
          </a:prstGeom>
        </p:spPr>
        <p:txBody>
          <a:bodyPr anchorCtr="0" anchor="t" bIns="146275" lIns="146275" spcFirstLastPara="1" rIns="146275" wrap="square" tIns="146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0"/>
              <a:buNone/>
              <a:defRPr sz="70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0"/>
              <a:buNone/>
              <a:defRPr sz="7000"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0"/>
              <a:buNone/>
              <a:defRPr sz="7000"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0"/>
              <a:buNone/>
              <a:defRPr sz="7000"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0"/>
              <a:buNone/>
              <a:defRPr sz="7000"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0"/>
              <a:buNone/>
              <a:defRPr sz="7000"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0"/>
              <a:buNone/>
              <a:defRPr sz="7000"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0"/>
              <a:buNone/>
              <a:defRPr sz="7000"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0"/>
              <a:buNone/>
              <a:defRPr sz="7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5" name="Google Shape;15;p2"/>
          <p:cNvSpPr/>
          <p:nvPr/>
        </p:nvSpPr>
        <p:spPr>
          <a:xfrm>
            <a:off x="9501194" y="4053060"/>
            <a:ext cx="1155000" cy="1233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146275" lIns="146275" spcFirstLastPara="1" rIns="146275" wrap="square" tIns="146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0655778" y="4053060"/>
            <a:ext cx="1155000" cy="1233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146275" lIns="146275" spcFirstLastPara="1" rIns="146275" wrap="square" tIns="146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-2" y="4053060"/>
            <a:ext cx="1155000" cy="1233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146275" lIns="146275" spcFirstLastPara="1" rIns="146275" wrap="square" tIns="146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1154279" y="4053060"/>
            <a:ext cx="8346600" cy="123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146275" lIns="146275" spcFirstLastPara="1" rIns="146275" wrap="square" tIns="146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ubtitle">
  <p:cSld name="TITLE_1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3"/>
          <p:cNvSpPr/>
          <p:nvPr/>
        </p:nvSpPr>
        <p:spPr>
          <a:xfrm>
            <a:off x="0" y="0"/>
            <a:ext cx="14630400" cy="638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146275" lIns="146275" spcFirstLastPara="1" rIns="146275" wrap="square" tIns="146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" name="Google Shape;21;p3"/>
          <p:cNvSpPr txBox="1"/>
          <p:nvPr>
            <p:ph type="ctrTitle"/>
          </p:nvPr>
        </p:nvSpPr>
        <p:spPr>
          <a:xfrm>
            <a:off x="1097280" y="2533348"/>
            <a:ext cx="12435900" cy="1855800"/>
          </a:xfrm>
          <a:prstGeom prst="rect">
            <a:avLst/>
          </a:prstGeom>
        </p:spPr>
        <p:txBody>
          <a:bodyPr anchorCtr="0" anchor="b" bIns="146275" lIns="146275" spcFirstLastPara="1" rIns="146275" wrap="square" tIns="14627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700"/>
              <a:buNone/>
              <a:defRPr sz="77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700"/>
              <a:buNone/>
              <a:defRPr sz="77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700"/>
              <a:buNone/>
              <a:defRPr sz="77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700"/>
              <a:buNone/>
              <a:defRPr sz="77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700"/>
              <a:buNone/>
              <a:defRPr sz="77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700"/>
              <a:buNone/>
              <a:defRPr sz="77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700"/>
              <a:buNone/>
              <a:defRPr sz="77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700"/>
              <a:buNone/>
              <a:defRPr sz="77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700"/>
              <a:buNone/>
              <a:defRPr sz="77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" name="Google Shape;22;p3"/>
          <p:cNvSpPr txBox="1"/>
          <p:nvPr>
            <p:ph idx="1" type="subTitle"/>
          </p:nvPr>
        </p:nvSpPr>
        <p:spPr>
          <a:xfrm>
            <a:off x="1097280" y="4544085"/>
            <a:ext cx="12435900" cy="1255800"/>
          </a:xfrm>
          <a:prstGeom prst="rect">
            <a:avLst/>
          </a:prstGeom>
        </p:spPr>
        <p:txBody>
          <a:bodyPr anchorCtr="0" anchor="t" bIns="146275" lIns="146275" spcFirstLastPara="1" rIns="146275" wrap="square" tIns="14627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3" name="Google Shape;23;p3"/>
          <p:cNvSpPr/>
          <p:nvPr/>
        </p:nvSpPr>
        <p:spPr>
          <a:xfrm>
            <a:off x="4876326" y="6388560"/>
            <a:ext cx="4876200" cy="1233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146275" lIns="146275" spcFirstLastPara="1" rIns="146275" wrap="square" tIns="146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" name="Google Shape;24;p3"/>
          <p:cNvSpPr/>
          <p:nvPr/>
        </p:nvSpPr>
        <p:spPr>
          <a:xfrm>
            <a:off x="9754033" y="6388560"/>
            <a:ext cx="4876200" cy="1233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146275" lIns="146275" spcFirstLastPara="1" rIns="146275" wrap="square" tIns="146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" name="Google Shape;25;p3"/>
          <p:cNvSpPr/>
          <p:nvPr/>
        </p:nvSpPr>
        <p:spPr>
          <a:xfrm>
            <a:off x="2" y="6388560"/>
            <a:ext cx="4876200" cy="1233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146275" lIns="146275" spcFirstLastPara="1" rIns="146275" wrap="square" tIns="146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" name="Google Shape;26;p3"/>
          <p:cNvSpPr txBox="1"/>
          <p:nvPr>
            <p:ph idx="12" type="sldNum"/>
          </p:nvPr>
        </p:nvSpPr>
        <p:spPr>
          <a:xfrm>
            <a:off x="-200" y="7728450"/>
            <a:ext cx="14630400" cy="501600"/>
          </a:xfrm>
          <a:prstGeom prst="rect">
            <a:avLst/>
          </a:prstGeom>
        </p:spPr>
        <p:txBody>
          <a:bodyPr anchorCtr="0" anchor="t" bIns="146275" lIns="146275" spcFirstLastPara="1" rIns="146275" wrap="square" tIns="146275">
            <a:noAutofit/>
          </a:bodyPr>
          <a:lstStyle>
            <a:lvl1pPr lvl="0" algn="ctr">
              <a:buNone/>
              <a:defRPr/>
            </a:lvl1pPr>
            <a:lvl2pPr lvl="1" algn="ctr">
              <a:buNone/>
              <a:defRPr/>
            </a:lvl2pPr>
            <a:lvl3pPr lvl="2" algn="ctr">
              <a:buNone/>
              <a:defRPr/>
            </a:lvl3pPr>
            <a:lvl4pPr lvl="3" algn="ctr">
              <a:buNone/>
              <a:defRPr/>
            </a:lvl4pPr>
            <a:lvl5pPr lvl="4" algn="ctr">
              <a:buNone/>
              <a:defRPr/>
            </a:lvl5pPr>
            <a:lvl6pPr lvl="5" algn="ctr">
              <a:buNone/>
              <a:defRPr/>
            </a:lvl6pPr>
            <a:lvl7pPr lvl="6" algn="ctr">
              <a:buNone/>
              <a:defRPr/>
            </a:lvl7pPr>
            <a:lvl8pPr lvl="7" algn="ctr">
              <a:buNone/>
              <a:defRPr/>
            </a:lvl8pPr>
            <a:lvl9pPr lvl="8" algn="ctr"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">
  <p:cSld name="TITLE_1_1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4"/>
          <p:cNvSpPr txBox="1"/>
          <p:nvPr>
            <p:ph idx="1" type="body"/>
          </p:nvPr>
        </p:nvSpPr>
        <p:spPr>
          <a:xfrm>
            <a:off x="2736680" y="3458880"/>
            <a:ext cx="9157800" cy="1311900"/>
          </a:xfrm>
          <a:prstGeom prst="rect">
            <a:avLst/>
          </a:prstGeom>
        </p:spPr>
        <p:txBody>
          <a:bodyPr anchorCtr="0" anchor="t" bIns="146275" lIns="146275" spcFirstLastPara="1" rIns="146275" wrap="square" tIns="146275">
            <a:noAutofit/>
          </a:bodyPr>
          <a:lstStyle>
            <a:lvl1pPr indent="-469900" lvl="0" marL="457200" rtl="0" algn="ctr">
              <a:spcBef>
                <a:spcPts val="1000"/>
              </a:spcBef>
              <a:spcAft>
                <a:spcPts val="0"/>
              </a:spcAft>
              <a:buSzPts val="3800"/>
              <a:buChar char="▷"/>
              <a:defRPr i="1"/>
            </a:lvl1pPr>
            <a:lvl2pPr indent="-469900" lvl="1" marL="914400" rtl="0" algn="ctr">
              <a:spcBef>
                <a:spcPts val="0"/>
              </a:spcBef>
              <a:spcAft>
                <a:spcPts val="0"/>
              </a:spcAft>
              <a:buSzPts val="3800"/>
              <a:buChar char="○"/>
              <a:defRPr i="1"/>
            </a:lvl2pPr>
            <a:lvl3pPr indent="-469900" lvl="2" marL="1371600" rtl="0" algn="ctr">
              <a:spcBef>
                <a:spcPts val="0"/>
              </a:spcBef>
              <a:spcAft>
                <a:spcPts val="0"/>
              </a:spcAft>
              <a:buSzPts val="3800"/>
              <a:buChar char="■"/>
              <a:defRPr i="1"/>
            </a:lvl3pPr>
            <a:lvl4pPr indent="-469900" lvl="3" marL="1828800" rtl="0" algn="ctr">
              <a:spcBef>
                <a:spcPts val="0"/>
              </a:spcBef>
              <a:spcAft>
                <a:spcPts val="0"/>
              </a:spcAft>
              <a:buSzPts val="3800"/>
              <a:buChar char="●"/>
              <a:defRPr i="1"/>
            </a:lvl4pPr>
            <a:lvl5pPr indent="-469900" lvl="4" marL="2286000" rtl="0" algn="ctr">
              <a:spcBef>
                <a:spcPts val="0"/>
              </a:spcBef>
              <a:spcAft>
                <a:spcPts val="0"/>
              </a:spcAft>
              <a:buSzPts val="3800"/>
              <a:buChar char="○"/>
              <a:defRPr i="1"/>
            </a:lvl5pPr>
            <a:lvl6pPr indent="-469900" lvl="5" marL="2743200" rtl="0" algn="ctr">
              <a:spcBef>
                <a:spcPts val="0"/>
              </a:spcBef>
              <a:spcAft>
                <a:spcPts val="0"/>
              </a:spcAft>
              <a:buSzPts val="3800"/>
              <a:buChar char="■"/>
              <a:defRPr i="1"/>
            </a:lvl6pPr>
            <a:lvl7pPr indent="-469900" lvl="6" marL="3200400" rtl="0" algn="ctr">
              <a:spcBef>
                <a:spcPts val="0"/>
              </a:spcBef>
              <a:spcAft>
                <a:spcPts val="0"/>
              </a:spcAft>
              <a:buSzPts val="3800"/>
              <a:buChar char="●"/>
              <a:defRPr i="1"/>
            </a:lvl7pPr>
            <a:lvl8pPr indent="-469900" lvl="7" marL="3657600" rtl="0" algn="ctr">
              <a:spcBef>
                <a:spcPts val="0"/>
              </a:spcBef>
              <a:spcAft>
                <a:spcPts val="0"/>
              </a:spcAft>
              <a:buSzPts val="3800"/>
              <a:buChar char="○"/>
              <a:defRPr i="1"/>
            </a:lvl8pPr>
            <a:lvl9pPr indent="-469900" lvl="8" marL="4114800" algn="ctr">
              <a:spcBef>
                <a:spcPts val="0"/>
              </a:spcBef>
              <a:spcAft>
                <a:spcPts val="0"/>
              </a:spcAft>
              <a:buSzPts val="3800"/>
              <a:buChar char="■"/>
              <a:defRPr i="1"/>
            </a:lvl9pPr>
          </a:lstStyle>
          <a:p/>
        </p:txBody>
      </p:sp>
      <p:sp>
        <p:nvSpPr>
          <p:cNvPr id="29" name="Google Shape;29;p4"/>
          <p:cNvSpPr txBox="1"/>
          <p:nvPr/>
        </p:nvSpPr>
        <p:spPr>
          <a:xfrm>
            <a:off x="5749440" y="1890270"/>
            <a:ext cx="3131400" cy="1045800"/>
          </a:xfrm>
          <a:prstGeom prst="rect">
            <a:avLst/>
          </a:prstGeom>
          <a:noFill/>
          <a:ln>
            <a:noFill/>
          </a:ln>
        </p:spPr>
        <p:txBody>
          <a:bodyPr anchorCtr="0" anchor="t" bIns="146275" lIns="146275" spcFirstLastPara="1" rIns="146275" wrap="square" tIns="146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400">
                <a:solidFill>
                  <a:schemeClr val="accent6"/>
                </a:solidFill>
              </a:rPr>
              <a:t>“</a:t>
            </a:r>
            <a:endParaRPr b="1" sz="15400">
              <a:solidFill>
                <a:schemeClr val="accent6"/>
              </a:solidFill>
            </a:endParaRPr>
          </a:p>
        </p:txBody>
      </p:sp>
      <p:sp>
        <p:nvSpPr>
          <p:cNvPr id="30" name="Google Shape;30;p4"/>
          <p:cNvSpPr/>
          <p:nvPr/>
        </p:nvSpPr>
        <p:spPr>
          <a:xfrm>
            <a:off x="9157253" y="2559480"/>
            <a:ext cx="2736600" cy="1233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146275" lIns="146275" spcFirstLastPara="1" rIns="146275" wrap="square" tIns="146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11894683" y="2559480"/>
            <a:ext cx="2736600" cy="1233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146275" lIns="146275" spcFirstLastPara="1" rIns="146275" wrap="square" tIns="146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" name="Google Shape;32;p4"/>
          <p:cNvSpPr/>
          <p:nvPr/>
        </p:nvSpPr>
        <p:spPr>
          <a:xfrm>
            <a:off x="1" y="2559480"/>
            <a:ext cx="2736600" cy="1233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146275" lIns="146275" spcFirstLastPara="1" rIns="146275" wrap="square" tIns="146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" name="Google Shape;33;p4"/>
          <p:cNvSpPr/>
          <p:nvPr/>
        </p:nvSpPr>
        <p:spPr>
          <a:xfrm>
            <a:off x="2736679" y="2559480"/>
            <a:ext cx="2736600" cy="123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146275" lIns="146275" spcFirstLastPara="1" rIns="146275" wrap="square" tIns="146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-200" y="7728450"/>
            <a:ext cx="14630400" cy="501600"/>
          </a:xfrm>
          <a:prstGeom prst="rect">
            <a:avLst/>
          </a:prstGeom>
        </p:spPr>
        <p:txBody>
          <a:bodyPr anchorCtr="0" anchor="t" bIns="146275" lIns="146275" spcFirstLastPara="1" rIns="146275" wrap="square" tIns="146275">
            <a:noAutofit/>
          </a:bodyPr>
          <a:lstStyle>
            <a:lvl1pPr lvl="0" algn="ctr">
              <a:buNone/>
              <a:defRPr/>
            </a:lvl1pPr>
            <a:lvl2pPr lvl="1" algn="ctr">
              <a:buNone/>
              <a:defRPr/>
            </a:lvl2pPr>
            <a:lvl3pPr lvl="2" algn="ctr">
              <a:buNone/>
              <a:defRPr/>
            </a:lvl3pPr>
            <a:lvl4pPr lvl="3" algn="ctr">
              <a:buNone/>
              <a:defRPr/>
            </a:lvl4pPr>
            <a:lvl5pPr lvl="4" algn="ctr">
              <a:buNone/>
              <a:defRPr/>
            </a:lvl5pPr>
            <a:lvl6pPr lvl="5" algn="ctr">
              <a:buNone/>
              <a:defRPr/>
            </a:lvl6pPr>
            <a:lvl7pPr lvl="6" algn="ctr">
              <a:buNone/>
              <a:defRPr/>
            </a:lvl7pPr>
            <a:lvl8pPr lvl="7" algn="ctr">
              <a:buNone/>
              <a:defRPr/>
            </a:lvl8pPr>
            <a:lvl9pPr lvl="8" algn="ctr"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+ 1 column" type="tx">
  <p:cSld name="TITLE_AND_BODY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1429920" y="573420"/>
            <a:ext cx="10340100" cy="1371900"/>
          </a:xfrm>
          <a:prstGeom prst="rect">
            <a:avLst/>
          </a:prstGeom>
        </p:spPr>
        <p:txBody>
          <a:bodyPr anchorCtr="0" anchor="b" bIns="146275" lIns="146275" spcFirstLastPara="1" rIns="146275" wrap="square" tIns="146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5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5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5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5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5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5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5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51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1429920" y="2197740"/>
            <a:ext cx="10340100" cy="5683800"/>
          </a:xfrm>
          <a:prstGeom prst="rect">
            <a:avLst/>
          </a:prstGeom>
        </p:spPr>
        <p:txBody>
          <a:bodyPr anchorCtr="0" anchor="t" bIns="146275" lIns="146275" spcFirstLastPara="1" rIns="146275" wrap="square" tIns="146275">
            <a:noAutofit/>
          </a:bodyPr>
          <a:lstStyle>
            <a:lvl1pPr indent="-412750" lvl="0" marL="457200"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900"/>
              <a:buChar char="▷"/>
              <a:defRPr>
                <a:solidFill>
                  <a:schemeClr val="dk1"/>
                </a:solidFill>
              </a:defRPr>
            </a:lvl1pPr>
            <a:lvl2pPr indent="-4699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Char char="○"/>
              <a:defRPr>
                <a:solidFill>
                  <a:schemeClr val="dk1"/>
                </a:solidFill>
              </a:defRPr>
            </a:lvl2pPr>
            <a:lvl3pPr indent="-4699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Char char="■"/>
              <a:defRPr>
                <a:solidFill>
                  <a:schemeClr val="dk1"/>
                </a:solidFill>
              </a:defRPr>
            </a:lvl3pPr>
            <a:lvl4pPr indent="-4699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Char char="●"/>
              <a:defRPr>
                <a:solidFill>
                  <a:schemeClr val="dk1"/>
                </a:solidFill>
              </a:defRPr>
            </a:lvl4pPr>
            <a:lvl5pPr indent="-4699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Char char="○"/>
              <a:defRPr>
                <a:solidFill>
                  <a:schemeClr val="dk1"/>
                </a:solidFill>
              </a:defRPr>
            </a:lvl5pPr>
            <a:lvl6pPr indent="-4699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Char char="■"/>
              <a:defRPr>
                <a:solidFill>
                  <a:schemeClr val="dk1"/>
                </a:solidFill>
              </a:defRPr>
            </a:lvl6pPr>
            <a:lvl7pPr indent="-4699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Char char="●"/>
              <a:defRPr>
                <a:solidFill>
                  <a:schemeClr val="dk1"/>
                </a:solidFill>
              </a:defRPr>
            </a:lvl7pPr>
            <a:lvl8pPr indent="-4699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Char char="○"/>
              <a:defRPr>
                <a:solidFill>
                  <a:schemeClr val="dk1"/>
                </a:solidFill>
              </a:defRPr>
            </a:lvl8pPr>
            <a:lvl9pPr indent="-4699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38" name="Google Shape;38;p5"/>
          <p:cNvSpPr/>
          <p:nvPr/>
        </p:nvSpPr>
        <p:spPr>
          <a:xfrm>
            <a:off x="11770186" y="8106120"/>
            <a:ext cx="1429800" cy="1233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146275" lIns="146275" spcFirstLastPara="1" rIns="146275" wrap="square" tIns="146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" name="Google Shape;39;p5"/>
          <p:cNvSpPr/>
          <p:nvPr/>
        </p:nvSpPr>
        <p:spPr>
          <a:xfrm>
            <a:off x="13200499" y="8106120"/>
            <a:ext cx="1429800" cy="1233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146275" lIns="146275" spcFirstLastPara="1" rIns="146275" wrap="square" tIns="146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" name="Google Shape;40;p5"/>
          <p:cNvSpPr/>
          <p:nvPr/>
        </p:nvSpPr>
        <p:spPr>
          <a:xfrm>
            <a:off x="-1" y="8106120"/>
            <a:ext cx="1429800" cy="1233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146275" lIns="146275" spcFirstLastPara="1" rIns="146275" wrap="square" tIns="146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" name="Google Shape;41;p5"/>
          <p:cNvSpPr/>
          <p:nvPr/>
        </p:nvSpPr>
        <p:spPr>
          <a:xfrm>
            <a:off x="1429935" y="8106120"/>
            <a:ext cx="10340100" cy="123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146275" lIns="146275" spcFirstLastPara="1" rIns="146275" wrap="square" tIns="146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3568920" y="7515092"/>
            <a:ext cx="877800" cy="501600"/>
          </a:xfrm>
          <a:prstGeom prst="rect">
            <a:avLst/>
          </a:prstGeom>
        </p:spPr>
        <p:txBody>
          <a:bodyPr anchorCtr="0" anchor="t" bIns="146275" lIns="146275" spcFirstLastPara="1" rIns="146275" wrap="square" tIns="14627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+ 2 columns" type="twoColTx">
  <p:cSld name="TITLE_AND_TWO_COLUMN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/>
          <p:nvPr/>
        </p:nvSpPr>
        <p:spPr>
          <a:xfrm>
            <a:off x="11770186" y="8106120"/>
            <a:ext cx="1429800" cy="1233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146275" lIns="146275" spcFirstLastPara="1" rIns="146275" wrap="square" tIns="146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" name="Google Shape;45;p6"/>
          <p:cNvSpPr/>
          <p:nvPr/>
        </p:nvSpPr>
        <p:spPr>
          <a:xfrm>
            <a:off x="13200499" y="8106120"/>
            <a:ext cx="1429800" cy="1233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146275" lIns="146275" spcFirstLastPara="1" rIns="146275" wrap="square" tIns="146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" name="Google Shape;46;p6"/>
          <p:cNvSpPr/>
          <p:nvPr/>
        </p:nvSpPr>
        <p:spPr>
          <a:xfrm>
            <a:off x="-1" y="8106120"/>
            <a:ext cx="1429800" cy="1233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146275" lIns="146275" spcFirstLastPara="1" rIns="146275" wrap="square" tIns="146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" name="Google Shape;47;p6"/>
          <p:cNvSpPr/>
          <p:nvPr/>
        </p:nvSpPr>
        <p:spPr>
          <a:xfrm>
            <a:off x="1429935" y="8106120"/>
            <a:ext cx="10340100" cy="123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146275" lIns="146275" spcFirstLastPara="1" rIns="146275" wrap="square" tIns="146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" name="Google Shape;48;p6"/>
          <p:cNvSpPr txBox="1"/>
          <p:nvPr>
            <p:ph type="title"/>
          </p:nvPr>
        </p:nvSpPr>
        <p:spPr>
          <a:xfrm>
            <a:off x="1429920" y="573420"/>
            <a:ext cx="10340100" cy="1371900"/>
          </a:xfrm>
          <a:prstGeom prst="rect">
            <a:avLst/>
          </a:prstGeom>
        </p:spPr>
        <p:txBody>
          <a:bodyPr anchorCtr="0" anchor="b" bIns="146275" lIns="146275" spcFirstLastPara="1" rIns="146275" wrap="square" tIns="146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5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5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5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5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5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5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5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51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" type="body"/>
          </p:nvPr>
        </p:nvSpPr>
        <p:spPr>
          <a:xfrm>
            <a:off x="1429800" y="1920240"/>
            <a:ext cx="5019000" cy="5961000"/>
          </a:xfrm>
          <a:prstGeom prst="rect">
            <a:avLst/>
          </a:prstGeom>
        </p:spPr>
        <p:txBody>
          <a:bodyPr anchorCtr="0" anchor="t" bIns="146275" lIns="146275" spcFirstLastPara="1" rIns="146275" wrap="square" tIns="146275">
            <a:noAutofit/>
          </a:bodyPr>
          <a:lstStyle>
            <a:lvl1pPr indent="-431800" lvl="0" marL="457200">
              <a:spcBef>
                <a:spcPts val="1000"/>
              </a:spcBef>
              <a:spcAft>
                <a:spcPts val="0"/>
              </a:spcAft>
              <a:buSzPts val="3200"/>
              <a:buChar char="▷"/>
              <a:defRPr sz="3200"/>
            </a:lvl1pPr>
            <a:lvl2pPr indent="-431800" lvl="1" marL="914400">
              <a:spcBef>
                <a:spcPts val="0"/>
              </a:spcBef>
              <a:spcAft>
                <a:spcPts val="0"/>
              </a:spcAft>
              <a:buSzPts val="3200"/>
              <a:buChar char="○"/>
              <a:defRPr sz="3200"/>
            </a:lvl2pPr>
            <a:lvl3pPr indent="-431800" lvl="2" marL="1371600">
              <a:spcBef>
                <a:spcPts val="0"/>
              </a:spcBef>
              <a:spcAft>
                <a:spcPts val="0"/>
              </a:spcAft>
              <a:buSzPts val="3200"/>
              <a:buChar char="■"/>
              <a:defRPr sz="3200"/>
            </a:lvl3pPr>
            <a:lvl4pPr indent="-431800" lvl="3" marL="1828800">
              <a:spcBef>
                <a:spcPts val="0"/>
              </a:spcBef>
              <a:spcAft>
                <a:spcPts val="0"/>
              </a:spcAft>
              <a:buSzPts val="3200"/>
              <a:buChar char="●"/>
              <a:defRPr sz="3200"/>
            </a:lvl4pPr>
            <a:lvl5pPr indent="-431800" lvl="4" marL="2286000">
              <a:spcBef>
                <a:spcPts val="0"/>
              </a:spcBef>
              <a:spcAft>
                <a:spcPts val="0"/>
              </a:spcAft>
              <a:buSzPts val="3200"/>
              <a:buChar char="○"/>
              <a:defRPr sz="3200"/>
            </a:lvl5pPr>
            <a:lvl6pPr indent="-431800" lvl="5" marL="2743200">
              <a:spcBef>
                <a:spcPts val="0"/>
              </a:spcBef>
              <a:spcAft>
                <a:spcPts val="0"/>
              </a:spcAft>
              <a:buSzPts val="3200"/>
              <a:buChar char="■"/>
              <a:defRPr sz="3200"/>
            </a:lvl6pPr>
            <a:lvl7pPr indent="-431800" lvl="6" marL="3200400">
              <a:spcBef>
                <a:spcPts val="0"/>
              </a:spcBef>
              <a:spcAft>
                <a:spcPts val="0"/>
              </a:spcAft>
              <a:buSzPts val="3200"/>
              <a:buChar char="●"/>
              <a:defRPr sz="3200"/>
            </a:lvl7pPr>
            <a:lvl8pPr indent="-431800" lvl="7" marL="3657600">
              <a:spcBef>
                <a:spcPts val="0"/>
              </a:spcBef>
              <a:spcAft>
                <a:spcPts val="0"/>
              </a:spcAft>
              <a:buSzPts val="3200"/>
              <a:buChar char="○"/>
              <a:defRPr sz="3200"/>
            </a:lvl8pPr>
            <a:lvl9pPr indent="-431800" lvl="8" marL="4114800">
              <a:spcBef>
                <a:spcPts val="0"/>
              </a:spcBef>
              <a:spcAft>
                <a:spcPts val="0"/>
              </a:spcAft>
              <a:buSzPts val="3200"/>
              <a:buChar char="■"/>
              <a:defRPr sz="3200"/>
            </a:lvl9pPr>
          </a:lstStyle>
          <a:p/>
        </p:txBody>
      </p:sp>
      <p:sp>
        <p:nvSpPr>
          <p:cNvPr id="50" name="Google Shape;50;p6"/>
          <p:cNvSpPr txBox="1"/>
          <p:nvPr>
            <p:ph idx="2" type="body"/>
          </p:nvPr>
        </p:nvSpPr>
        <p:spPr>
          <a:xfrm>
            <a:off x="6751129" y="1920240"/>
            <a:ext cx="5019000" cy="5961000"/>
          </a:xfrm>
          <a:prstGeom prst="rect">
            <a:avLst/>
          </a:prstGeom>
        </p:spPr>
        <p:txBody>
          <a:bodyPr anchorCtr="0" anchor="t" bIns="146275" lIns="146275" spcFirstLastPara="1" rIns="146275" wrap="square" tIns="146275">
            <a:noAutofit/>
          </a:bodyPr>
          <a:lstStyle>
            <a:lvl1pPr indent="-431800" lvl="0" marL="457200">
              <a:spcBef>
                <a:spcPts val="1000"/>
              </a:spcBef>
              <a:spcAft>
                <a:spcPts val="0"/>
              </a:spcAft>
              <a:buSzPts val="3200"/>
              <a:buChar char="▷"/>
              <a:defRPr sz="3200"/>
            </a:lvl1pPr>
            <a:lvl2pPr indent="-431800" lvl="1" marL="914400">
              <a:spcBef>
                <a:spcPts val="0"/>
              </a:spcBef>
              <a:spcAft>
                <a:spcPts val="0"/>
              </a:spcAft>
              <a:buSzPts val="3200"/>
              <a:buChar char="○"/>
              <a:defRPr sz="3200"/>
            </a:lvl2pPr>
            <a:lvl3pPr indent="-431800" lvl="2" marL="1371600">
              <a:spcBef>
                <a:spcPts val="0"/>
              </a:spcBef>
              <a:spcAft>
                <a:spcPts val="0"/>
              </a:spcAft>
              <a:buSzPts val="3200"/>
              <a:buChar char="■"/>
              <a:defRPr sz="3200"/>
            </a:lvl3pPr>
            <a:lvl4pPr indent="-431800" lvl="3" marL="1828800">
              <a:spcBef>
                <a:spcPts val="0"/>
              </a:spcBef>
              <a:spcAft>
                <a:spcPts val="0"/>
              </a:spcAft>
              <a:buSzPts val="3200"/>
              <a:buChar char="●"/>
              <a:defRPr sz="3200"/>
            </a:lvl4pPr>
            <a:lvl5pPr indent="-431800" lvl="4" marL="2286000">
              <a:spcBef>
                <a:spcPts val="0"/>
              </a:spcBef>
              <a:spcAft>
                <a:spcPts val="0"/>
              </a:spcAft>
              <a:buSzPts val="3200"/>
              <a:buChar char="○"/>
              <a:defRPr sz="3200"/>
            </a:lvl5pPr>
            <a:lvl6pPr indent="-431800" lvl="5" marL="2743200">
              <a:spcBef>
                <a:spcPts val="0"/>
              </a:spcBef>
              <a:spcAft>
                <a:spcPts val="0"/>
              </a:spcAft>
              <a:buSzPts val="3200"/>
              <a:buChar char="■"/>
              <a:defRPr sz="3200"/>
            </a:lvl6pPr>
            <a:lvl7pPr indent="-431800" lvl="6" marL="3200400">
              <a:spcBef>
                <a:spcPts val="0"/>
              </a:spcBef>
              <a:spcAft>
                <a:spcPts val="0"/>
              </a:spcAft>
              <a:buSzPts val="3200"/>
              <a:buChar char="●"/>
              <a:defRPr sz="3200"/>
            </a:lvl7pPr>
            <a:lvl8pPr indent="-431800" lvl="7" marL="3657600">
              <a:spcBef>
                <a:spcPts val="0"/>
              </a:spcBef>
              <a:spcAft>
                <a:spcPts val="0"/>
              </a:spcAft>
              <a:buSzPts val="3200"/>
              <a:buChar char="○"/>
              <a:defRPr sz="3200"/>
            </a:lvl8pPr>
            <a:lvl9pPr indent="-431800" lvl="8" marL="4114800">
              <a:spcBef>
                <a:spcPts val="0"/>
              </a:spcBef>
              <a:spcAft>
                <a:spcPts val="0"/>
              </a:spcAft>
              <a:buSzPts val="3200"/>
              <a:buChar char="■"/>
              <a:defRPr sz="3200"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3568920" y="7515092"/>
            <a:ext cx="877800" cy="501600"/>
          </a:xfrm>
          <a:prstGeom prst="rect">
            <a:avLst/>
          </a:prstGeom>
        </p:spPr>
        <p:txBody>
          <a:bodyPr anchorCtr="0" anchor="t" bIns="146275" lIns="146275" spcFirstLastPara="1" rIns="146275" wrap="square" tIns="14627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+ 3 columns">
  <p:cSld name="TITLE_AND_TWO_COLUMNS_1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/>
          <p:nvPr/>
        </p:nvSpPr>
        <p:spPr>
          <a:xfrm>
            <a:off x="11770186" y="8106120"/>
            <a:ext cx="1429800" cy="1233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146275" lIns="146275" spcFirstLastPara="1" rIns="146275" wrap="square" tIns="146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" name="Google Shape;54;p7"/>
          <p:cNvSpPr/>
          <p:nvPr/>
        </p:nvSpPr>
        <p:spPr>
          <a:xfrm>
            <a:off x="13200499" y="8106120"/>
            <a:ext cx="1429800" cy="1233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146275" lIns="146275" spcFirstLastPara="1" rIns="146275" wrap="square" tIns="146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" name="Google Shape;55;p7"/>
          <p:cNvSpPr/>
          <p:nvPr/>
        </p:nvSpPr>
        <p:spPr>
          <a:xfrm>
            <a:off x="-1" y="8106120"/>
            <a:ext cx="1429800" cy="1233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146275" lIns="146275" spcFirstLastPara="1" rIns="146275" wrap="square" tIns="146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" name="Google Shape;56;p7"/>
          <p:cNvSpPr/>
          <p:nvPr/>
        </p:nvSpPr>
        <p:spPr>
          <a:xfrm>
            <a:off x="1429935" y="8106120"/>
            <a:ext cx="10340100" cy="123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146275" lIns="146275" spcFirstLastPara="1" rIns="146275" wrap="square" tIns="146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" name="Google Shape;57;p7"/>
          <p:cNvSpPr txBox="1"/>
          <p:nvPr>
            <p:ph type="title"/>
          </p:nvPr>
        </p:nvSpPr>
        <p:spPr>
          <a:xfrm>
            <a:off x="1429920" y="573420"/>
            <a:ext cx="10340100" cy="1371900"/>
          </a:xfrm>
          <a:prstGeom prst="rect">
            <a:avLst/>
          </a:prstGeom>
        </p:spPr>
        <p:txBody>
          <a:bodyPr anchorCtr="0" anchor="b" bIns="146275" lIns="146275" spcFirstLastPara="1" rIns="146275" wrap="square" tIns="14627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5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51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51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51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51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51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51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51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51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" type="body"/>
          </p:nvPr>
        </p:nvSpPr>
        <p:spPr>
          <a:xfrm>
            <a:off x="1429920" y="1920240"/>
            <a:ext cx="3793800" cy="5961000"/>
          </a:xfrm>
          <a:prstGeom prst="rect">
            <a:avLst/>
          </a:prstGeom>
        </p:spPr>
        <p:txBody>
          <a:bodyPr anchorCtr="0" anchor="t" bIns="146275" lIns="146275" spcFirstLastPara="1" rIns="146275" wrap="square" tIns="146275">
            <a:noAutofit/>
          </a:bodyPr>
          <a:lstStyle>
            <a:lvl1pPr indent="-368300" lvl="0" marL="457200" rtl="0">
              <a:spcBef>
                <a:spcPts val="1000"/>
              </a:spcBef>
              <a:spcAft>
                <a:spcPts val="0"/>
              </a:spcAft>
              <a:buSzPts val="2200"/>
              <a:buChar char="▷"/>
              <a:defRPr sz="2200"/>
            </a:lvl1pPr>
            <a:lvl2pPr indent="-368300" lvl="1" marL="914400" rtl="0">
              <a:spcBef>
                <a:spcPts val="0"/>
              </a:spcBef>
              <a:spcAft>
                <a:spcPts val="0"/>
              </a:spcAft>
              <a:buSzPts val="2200"/>
              <a:buChar char="○"/>
              <a:defRPr sz="2200"/>
            </a:lvl2pPr>
            <a:lvl3pPr indent="-368300" lvl="2" marL="1371600" rtl="0">
              <a:spcBef>
                <a:spcPts val="0"/>
              </a:spcBef>
              <a:spcAft>
                <a:spcPts val="0"/>
              </a:spcAft>
              <a:buSzPts val="2200"/>
              <a:buChar char="■"/>
              <a:defRPr sz="2200"/>
            </a:lvl3pPr>
            <a:lvl4pPr indent="-368300" lvl="3" marL="1828800" rtl="0">
              <a:spcBef>
                <a:spcPts val="0"/>
              </a:spcBef>
              <a:spcAft>
                <a:spcPts val="0"/>
              </a:spcAft>
              <a:buSzPts val="2200"/>
              <a:buChar char="●"/>
              <a:defRPr sz="2200"/>
            </a:lvl4pPr>
            <a:lvl5pPr indent="-368300" lvl="4" marL="2286000" rtl="0">
              <a:spcBef>
                <a:spcPts val="0"/>
              </a:spcBef>
              <a:spcAft>
                <a:spcPts val="0"/>
              </a:spcAft>
              <a:buSzPts val="2200"/>
              <a:buChar char="○"/>
              <a:defRPr sz="2200"/>
            </a:lvl5pPr>
            <a:lvl6pPr indent="-368300" lvl="5" marL="2743200" rtl="0">
              <a:spcBef>
                <a:spcPts val="0"/>
              </a:spcBef>
              <a:spcAft>
                <a:spcPts val="0"/>
              </a:spcAft>
              <a:buSzPts val="2200"/>
              <a:buChar char="■"/>
              <a:defRPr sz="2200"/>
            </a:lvl6pPr>
            <a:lvl7pPr indent="-368300" lvl="6" marL="3200400" rtl="0">
              <a:spcBef>
                <a:spcPts val="0"/>
              </a:spcBef>
              <a:spcAft>
                <a:spcPts val="0"/>
              </a:spcAft>
              <a:buSzPts val="2200"/>
              <a:buChar char="●"/>
              <a:defRPr sz="2200"/>
            </a:lvl7pPr>
            <a:lvl8pPr indent="-368300" lvl="7" marL="3657600" rtl="0">
              <a:spcBef>
                <a:spcPts val="0"/>
              </a:spcBef>
              <a:spcAft>
                <a:spcPts val="0"/>
              </a:spcAft>
              <a:buSzPts val="2200"/>
              <a:buChar char="○"/>
              <a:defRPr sz="2200"/>
            </a:lvl8pPr>
            <a:lvl9pPr indent="-368300" lvl="8" marL="4114800" rtl="0">
              <a:spcBef>
                <a:spcPts val="0"/>
              </a:spcBef>
              <a:spcAft>
                <a:spcPts val="0"/>
              </a:spcAft>
              <a:buSzPts val="2200"/>
              <a:buChar char="■"/>
              <a:defRPr sz="2200"/>
            </a:lvl9pPr>
          </a:lstStyle>
          <a:p/>
        </p:txBody>
      </p:sp>
      <p:sp>
        <p:nvSpPr>
          <p:cNvPr id="59" name="Google Shape;59;p7"/>
          <p:cNvSpPr txBox="1"/>
          <p:nvPr>
            <p:ph idx="2" type="body"/>
          </p:nvPr>
        </p:nvSpPr>
        <p:spPr>
          <a:xfrm>
            <a:off x="5418246" y="1920240"/>
            <a:ext cx="3793800" cy="5961000"/>
          </a:xfrm>
          <a:prstGeom prst="rect">
            <a:avLst/>
          </a:prstGeom>
        </p:spPr>
        <p:txBody>
          <a:bodyPr anchorCtr="0" anchor="t" bIns="146275" lIns="146275" spcFirstLastPara="1" rIns="146275" wrap="square" tIns="146275">
            <a:noAutofit/>
          </a:bodyPr>
          <a:lstStyle>
            <a:lvl1pPr indent="-368300" lvl="0" marL="457200" rtl="0">
              <a:spcBef>
                <a:spcPts val="1000"/>
              </a:spcBef>
              <a:spcAft>
                <a:spcPts val="0"/>
              </a:spcAft>
              <a:buSzPts val="2200"/>
              <a:buChar char="▷"/>
              <a:defRPr sz="2200"/>
            </a:lvl1pPr>
            <a:lvl2pPr indent="-368300" lvl="1" marL="914400" rtl="0">
              <a:spcBef>
                <a:spcPts val="0"/>
              </a:spcBef>
              <a:spcAft>
                <a:spcPts val="0"/>
              </a:spcAft>
              <a:buSzPts val="2200"/>
              <a:buChar char="○"/>
              <a:defRPr sz="2200"/>
            </a:lvl2pPr>
            <a:lvl3pPr indent="-368300" lvl="2" marL="1371600" rtl="0">
              <a:spcBef>
                <a:spcPts val="0"/>
              </a:spcBef>
              <a:spcAft>
                <a:spcPts val="0"/>
              </a:spcAft>
              <a:buSzPts val="2200"/>
              <a:buChar char="■"/>
              <a:defRPr sz="2200"/>
            </a:lvl3pPr>
            <a:lvl4pPr indent="-368300" lvl="3" marL="1828800" rtl="0">
              <a:spcBef>
                <a:spcPts val="0"/>
              </a:spcBef>
              <a:spcAft>
                <a:spcPts val="0"/>
              </a:spcAft>
              <a:buSzPts val="2200"/>
              <a:buChar char="●"/>
              <a:defRPr sz="2200"/>
            </a:lvl4pPr>
            <a:lvl5pPr indent="-368300" lvl="4" marL="2286000" rtl="0">
              <a:spcBef>
                <a:spcPts val="0"/>
              </a:spcBef>
              <a:spcAft>
                <a:spcPts val="0"/>
              </a:spcAft>
              <a:buSzPts val="2200"/>
              <a:buChar char="○"/>
              <a:defRPr sz="2200"/>
            </a:lvl5pPr>
            <a:lvl6pPr indent="-368300" lvl="5" marL="2743200" rtl="0">
              <a:spcBef>
                <a:spcPts val="0"/>
              </a:spcBef>
              <a:spcAft>
                <a:spcPts val="0"/>
              </a:spcAft>
              <a:buSzPts val="2200"/>
              <a:buChar char="■"/>
              <a:defRPr sz="2200"/>
            </a:lvl6pPr>
            <a:lvl7pPr indent="-368300" lvl="6" marL="3200400" rtl="0">
              <a:spcBef>
                <a:spcPts val="0"/>
              </a:spcBef>
              <a:spcAft>
                <a:spcPts val="0"/>
              </a:spcAft>
              <a:buSzPts val="2200"/>
              <a:buChar char="●"/>
              <a:defRPr sz="2200"/>
            </a:lvl7pPr>
            <a:lvl8pPr indent="-368300" lvl="7" marL="3657600" rtl="0">
              <a:spcBef>
                <a:spcPts val="0"/>
              </a:spcBef>
              <a:spcAft>
                <a:spcPts val="0"/>
              </a:spcAft>
              <a:buSzPts val="2200"/>
              <a:buChar char="○"/>
              <a:defRPr sz="2200"/>
            </a:lvl8pPr>
            <a:lvl9pPr indent="-368300" lvl="8" marL="4114800" rtl="0">
              <a:spcBef>
                <a:spcPts val="0"/>
              </a:spcBef>
              <a:spcAft>
                <a:spcPts val="0"/>
              </a:spcAft>
              <a:buSzPts val="2200"/>
              <a:buChar char="■"/>
              <a:defRPr sz="2200"/>
            </a:lvl9pPr>
          </a:lstStyle>
          <a:p/>
        </p:txBody>
      </p:sp>
      <p:sp>
        <p:nvSpPr>
          <p:cNvPr id="60" name="Google Shape;60;p7"/>
          <p:cNvSpPr txBox="1"/>
          <p:nvPr>
            <p:ph idx="3" type="body"/>
          </p:nvPr>
        </p:nvSpPr>
        <p:spPr>
          <a:xfrm>
            <a:off x="9406571" y="1920240"/>
            <a:ext cx="3793800" cy="5961000"/>
          </a:xfrm>
          <a:prstGeom prst="rect">
            <a:avLst/>
          </a:prstGeom>
        </p:spPr>
        <p:txBody>
          <a:bodyPr anchorCtr="0" anchor="t" bIns="146275" lIns="146275" spcFirstLastPara="1" rIns="146275" wrap="square" tIns="146275">
            <a:noAutofit/>
          </a:bodyPr>
          <a:lstStyle>
            <a:lvl1pPr indent="-368300" lvl="0" marL="457200" rtl="0">
              <a:spcBef>
                <a:spcPts val="1000"/>
              </a:spcBef>
              <a:spcAft>
                <a:spcPts val="0"/>
              </a:spcAft>
              <a:buSzPts val="2200"/>
              <a:buChar char="▷"/>
              <a:defRPr sz="2200"/>
            </a:lvl1pPr>
            <a:lvl2pPr indent="-368300" lvl="1" marL="914400" rtl="0">
              <a:spcBef>
                <a:spcPts val="0"/>
              </a:spcBef>
              <a:spcAft>
                <a:spcPts val="0"/>
              </a:spcAft>
              <a:buSzPts val="2200"/>
              <a:buChar char="○"/>
              <a:defRPr sz="2200"/>
            </a:lvl2pPr>
            <a:lvl3pPr indent="-368300" lvl="2" marL="1371600" rtl="0">
              <a:spcBef>
                <a:spcPts val="0"/>
              </a:spcBef>
              <a:spcAft>
                <a:spcPts val="0"/>
              </a:spcAft>
              <a:buSzPts val="2200"/>
              <a:buChar char="■"/>
              <a:defRPr sz="2200"/>
            </a:lvl3pPr>
            <a:lvl4pPr indent="-368300" lvl="3" marL="1828800" rtl="0">
              <a:spcBef>
                <a:spcPts val="0"/>
              </a:spcBef>
              <a:spcAft>
                <a:spcPts val="0"/>
              </a:spcAft>
              <a:buSzPts val="2200"/>
              <a:buChar char="●"/>
              <a:defRPr sz="2200"/>
            </a:lvl4pPr>
            <a:lvl5pPr indent="-368300" lvl="4" marL="2286000" rtl="0">
              <a:spcBef>
                <a:spcPts val="0"/>
              </a:spcBef>
              <a:spcAft>
                <a:spcPts val="0"/>
              </a:spcAft>
              <a:buSzPts val="2200"/>
              <a:buChar char="○"/>
              <a:defRPr sz="2200"/>
            </a:lvl5pPr>
            <a:lvl6pPr indent="-368300" lvl="5" marL="2743200" rtl="0">
              <a:spcBef>
                <a:spcPts val="0"/>
              </a:spcBef>
              <a:spcAft>
                <a:spcPts val="0"/>
              </a:spcAft>
              <a:buSzPts val="2200"/>
              <a:buChar char="■"/>
              <a:defRPr sz="2200"/>
            </a:lvl6pPr>
            <a:lvl7pPr indent="-368300" lvl="6" marL="3200400" rtl="0">
              <a:spcBef>
                <a:spcPts val="0"/>
              </a:spcBef>
              <a:spcAft>
                <a:spcPts val="0"/>
              </a:spcAft>
              <a:buSzPts val="2200"/>
              <a:buChar char="●"/>
              <a:defRPr sz="2200"/>
            </a:lvl7pPr>
            <a:lvl8pPr indent="-368300" lvl="7" marL="3657600" rtl="0">
              <a:spcBef>
                <a:spcPts val="0"/>
              </a:spcBef>
              <a:spcAft>
                <a:spcPts val="0"/>
              </a:spcAft>
              <a:buSzPts val="2200"/>
              <a:buChar char="○"/>
              <a:defRPr sz="2200"/>
            </a:lvl8pPr>
            <a:lvl9pPr indent="-368300" lvl="8" marL="4114800" rtl="0">
              <a:spcBef>
                <a:spcPts val="0"/>
              </a:spcBef>
              <a:spcAft>
                <a:spcPts val="0"/>
              </a:spcAft>
              <a:buSzPts val="2200"/>
              <a:buChar char="■"/>
              <a:defRPr sz="2200"/>
            </a:lvl9pPr>
          </a:lstStyle>
          <a:p/>
        </p:txBody>
      </p:sp>
      <p:sp>
        <p:nvSpPr>
          <p:cNvPr id="61" name="Google Shape;61;p7"/>
          <p:cNvSpPr txBox="1"/>
          <p:nvPr>
            <p:ph idx="12" type="sldNum"/>
          </p:nvPr>
        </p:nvSpPr>
        <p:spPr>
          <a:xfrm>
            <a:off x="13568920" y="7515092"/>
            <a:ext cx="877800" cy="501600"/>
          </a:xfrm>
          <a:prstGeom prst="rect">
            <a:avLst/>
          </a:prstGeom>
        </p:spPr>
        <p:txBody>
          <a:bodyPr anchorCtr="0" anchor="t" bIns="146275" lIns="146275" spcFirstLastPara="1" rIns="146275" wrap="square" tIns="14627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8"/>
          <p:cNvSpPr/>
          <p:nvPr/>
        </p:nvSpPr>
        <p:spPr>
          <a:xfrm>
            <a:off x="11770186" y="8106120"/>
            <a:ext cx="1429800" cy="1233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146275" lIns="146275" spcFirstLastPara="1" rIns="146275" wrap="square" tIns="146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" name="Google Shape;64;p8"/>
          <p:cNvSpPr/>
          <p:nvPr/>
        </p:nvSpPr>
        <p:spPr>
          <a:xfrm>
            <a:off x="13200499" y="8106120"/>
            <a:ext cx="1429800" cy="1233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146275" lIns="146275" spcFirstLastPara="1" rIns="146275" wrap="square" tIns="146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" name="Google Shape;65;p8"/>
          <p:cNvSpPr/>
          <p:nvPr/>
        </p:nvSpPr>
        <p:spPr>
          <a:xfrm>
            <a:off x="-1" y="8106120"/>
            <a:ext cx="1429800" cy="1233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146275" lIns="146275" spcFirstLastPara="1" rIns="146275" wrap="square" tIns="146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" name="Google Shape;66;p8"/>
          <p:cNvSpPr/>
          <p:nvPr/>
        </p:nvSpPr>
        <p:spPr>
          <a:xfrm>
            <a:off x="1429935" y="8106120"/>
            <a:ext cx="10340100" cy="123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146275" lIns="146275" spcFirstLastPara="1" rIns="146275" wrap="square" tIns="146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" name="Google Shape;67;p8"/>
          <p:cNvSpPr txBox="1"/>
          <p:nvPr>
            <p:ph type="title"/>
          </p:nvPr>
        </p:nvSpPr>
        <p:spPr>
          <a:xfrm>
            <a:off x="1429920" y="573420"/>
            <a:ext cx="10340100" cy="1371900"/>
          </a:xfrm>
          <a:prstGeom prst="rect">
            <a:avLst/>
          </a:prstGeom>
        </p:spPr>
        <p:txBody>
          <a:bodyPr anchorCtr="0" anchor="b" bIns="146275" lIns="146275" spcFirstLastPara="1" rIns="146275" wrap="square" tIns="146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5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5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5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5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5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5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5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5100"/>
              <a:buNone/>
              <a:defRPr/>
            </a:lvl9pPr>
          </a:lstStyle>
          <a:p/>
        </p:txBody>
      </p:sp>
      <p:sp>
        <p:nvSpPr>
          <p:cNvPr id="68" name="Google Shape;68;p8"/>
          <p:cNvSpPr txBox="1"/>
          <p:nvPr>
            <p:ph idx="12" type="sldNum"/>
          </p:nvPr>
        </p:nvSpPr>
        <p:spPr>
          <a:xfrm>
            <a:off x="13568920" y="7515092"/>
            <a:ext cx="877800" cy="501600"/>
          </a:xfrm>
          <a:prstGeom prst="rect">
            <a:avLst/>
          </a:prstGeom>
        </p:spPr>
        <p:txBody>
          <a:bodyPr anchorCtr="0" anchor="t" bIns="146275" lIns="146275" spcFirstLastPara="1" rIns="146275" wrap="square" tIns="14627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9"/>
          <p:cNvSpPr/>
          <p:nvPr/>
        </p:nvSpPr>
        <p:spPr>
          <a:xfrm>
            <a:off x="11770186" y="8106120"/>
            <a:ext cx="1429800" cy="1233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146275" lIns="146275" spcFirstLastPara="1" rIns="146275" wrap="square" tIns="146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9"/>
          <p:cNvSpPr/>
          <p:nvPr/>
        </p:nvSpPr>
        <p:spPr>
          <a:xfrm>
            <a:off x="13200499" y="8106120"/>
            <a:ext cx="1429800" cy="1233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146275" lIns="146275" spcFirstLastPara="1" rIns="146275" wrap="square" tIns="146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" name="Google Shape;72;p9"/>
          <p:cNvSpPr/>
          <p:nvPr/>
        </p:nvSpPr>
        <p:spPr>
          <a:xfrm>
            <a:off x="-1" y="8106120"/>
            <a:ext cx="1429800" cy="1233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146275" lIns="146275" spcFirstLastPara="1" rIns="146275" wrap="square" tIns="146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" name="Google Shape;73;p9"/>
          <p:cNvSpPr/>
          <p:nvPr/>
        </p:nvSpPr>
        <p:spPr>
          <a:xfrm>
            <a:off x="1429935" y="8106120"/>
            <a:ext cx="10340100" cy="123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146275" lIns="146275" spcFirstLastPara="1" rIns="146275" wrap="square" tIns="146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" name="Google Shape;74;p9"/>
          <p:cNvSpPr txBox="1"/>
          <p:nvPr>
            <p:ph idx="1" type="body"/>
          </p:nvPr>
        </p:nvSpPr>
        <p:spPr>
          <a:xfrm>
            <a:off x="1429920" y="7439940"/>
            <a:ext cx="10340100" cy="561000"/>
          </a:xfrm>
          <a:prstGeom prst="rect">
            <a:avLst/>
          </a:prstGeom>
        </p:spPr>
        <p:txBody>
          <a:bodyPr anchorCtr="0" anchor="b" bIns="146275" lIns="146275" spcFirstLastPara="1" rIns="146275" wrap="square" tIns="146275">
            <a:noAutofit/>
          </a:bodyPr>
          <a:lstStyle>
            <a:lvl1pPr indent="-228600" lvl="0" marL="457200"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2200"/>
              <a:buNone/>
              <a:defRPr sz="2200">
                <a:solidFill>
                  <a:schemeClr val="dk2"/>
                </a:solidFill>
              </a:defRPr>
            </a:lvl1pPr>
          </a:lstStyle>
          <a:p/>
        </p:txBody>
      </p:sp>
      <p:sp>
        <p:nvSpPr>
          <p:cNvPr id="75" name="Google Shape;75;p9"/>
          <p:cNvSpPr txBox="1"/>
          <p:nvPr>
            <p:ph idx="12" type="sldNum"/>
          </p:nvPr>
        </p:nvSpPr>
        <p:spPr>
          <a:xfrm>
            <a:off x="13568920" y="7515092"/>
            <a:ext cx="877800" cy="501600"/>
          </a:xfrm>
          <a:prstGeom prst="rect">
            <a:avLst/>
          </a:prstGeom>
        </p:spPr>
        <p:txBody>
          <a:bodyPr anchorCtr="0" anchor="t" bIns="146275" lIns="146275" spcFirstLastPara="1" rIns="146275" wrap="square" tIns="14627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0"/>
          <p:cNvSpPr/>
          <p:nvPr/>
        </p:nvSpPr>
        <p:spPr>
          <a:xfrm>
            <a:off x="11770186" y="8106120"/>
            <a:ext cx="1429800" cy="1233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146275" lIns="146275" spcFirstLastPara="1" rIns="146275" wrap="square" tIns="146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" name="Google Shape;78;p10"/>
          <p:cNvSpPr/>
          <p:nvPr/>
        </p:nvSpPr>
        <p:spPr>
          <a:xfrm>
            <a:off x="13200499" y="8106120"/>
            <a:ext cx="1429800" cy="1233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146275" lIns="146275" spcFirstLastPara="1" rIns="146275" wrap="square" tIns="146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0"/>
          <p:cNvSpPr/>
          <p:nvPr/>
        </p:nvSpPr>
        <p:spPr>
          <a:xfrm>
            <a:off x="-1" y="8106120"/>
            <a:ext cx="1429800" cy="1233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146275" lIns="146275" spcFirstLastPara="1" rIns="146275" wrap="square" tIns="146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" name="Google Shape;80;p10"/>
          <p:cNvSpPr/>
          <p:nvPr/>
        </p:nvSpPr>
        <p:spPr>
          <a:xfrm>
            <a:off x="1429935" y="8106120"/>
            <a:ext cx="10340100" cy="123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146275" lIns="146275" spcFirstLastPara="1" rIns="146275" wrap="square" tIns="146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" name="Google Shape;81;p10"/>
          <p:cNvSpPr txBox="1"/>
          <p:nvPr>
            <p:ph idx="12" type="sldNum"/>
          </p:nvPr>
        </p:nvSpPr>
        <p:spPr>
          <a:xfrm>
            <a:off x="13568920" y="7515092"/>
            <a:ext cx="877800" cy="501600"/>
          </a:xfrm>
          <a:prstGeom prst="rect">
            <a:avLst/>
          </a:prstGeom>
        </p:spPr>
        <p:txBody>
          <a:bodyPr anchorCtr="0" anchor="t" bIns="146275" lIns="146275" spcFirstLastPara="1" rIns="146275" wrap="square" tIns="14627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color background">
  <p:cSld name="BLANK_1">
    <p:bg>
      <p:bgPr>
        <a:solidFill>
          <a:schemeClr val="accent1"/>
        </a:soli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1"/>
          <p:cNvSpPr/>
          <p:nvPr/>
        </p:nvSpPr>
        <p:spPr>
          <a:xfrm>
            <a:off x="11770186" y="8106120"/>
            <a:ext cx="1429800" cy="1233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146275" lIns="146275" spcFirstLastPara="1" rIns="146275" wrap="square" tIns="146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" name="Google Shape;84;p11"/>
          <p:cNvSpPr/>
          <p:nvPr/>
        </p:nvSpPr>
        <p:spPr>
          <a:xfrm>
            <a:off x="13200499" y="8106120"/>
            <a:ext cx="1429800" cy="1233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146275" lIns="146275" spcFirstLastPara="1" rIns="146275" wrap="square" tIns="146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" name="Google Shape;85;p11"/>
          <p:cNvSpPr/>
          <p:nvPr/>
        </p:nvSpPr>
        <p:spPr>
          <a:xfrm>
            <a:off x="-1" y="8106120"/>
            <a:ext cx="1429800" cy="123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146275" lIns="146275" spcFirstLastPara="1" rIns="146275" wrap="square" tIns="146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11"/>
          <p:cNvSpPr/>
          <p:nvPr/>
        </p:nvSpPr>
        <p:spPr>
          <a:xfrm>
            <a:off x="1429935" y="8106120"/>
            <a:ext cx="10340100" cy="1233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146275" lIns="146275" spcFirstLastPara="1" rIns="146275" wrap="square" tIns="146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1"/>
          <p:cNvSpPr txBox="1"/>
          <p:nvPr>
            <p:ph idx="12" type="sldNum"/>
          </p:nvPr>
        </p:nvSpPr>
        <p:spPr>
          <a:xfrm>
            <a:off x="13568920" y="7515092"/>
            <a:ext cx="877800" cy="501600"/>
          </a:xfrm>
          <a:prstGeom prst="rect">
            <a:avLst/>
          </a:prstGeom>
        </p:spPr>
        <p:txBody>
          <a:bodyPr anchorCtr="0" anchor="t" bIns="146275" lIns="146275" spcFirstLastPara="1" rIns="146275" wrap="square" tIns="146275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88" name="Google Shape;88;p11" title="photo_2025-09-18_15-49-54.jp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9214475" y="1907150"/>
            <a:ext cx="5033100" cy="50331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color background 1">
  <p:cSld name="BLANK_1_1">
    <p:bg>
      <p:bgPr>
        <a:solidFill>
          <a:schemeClr val="accent1"/>
        </a:solidFill>
      </p:bgPr>
    </p:bg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2"/>
          <p:cNvSpPr/>
          <p:nvPr/>
        </p:nvSpPr>
        <p:spPr>
          <a:xfrm>
            <a:off x="11770186" y="8106120"/>
            <a:ext cx="1429800" cy="1233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146275" lIns="146275" spcFirstLastPara="1" rIns="146275" wrap="square" tIns="146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12"/>
          <p:cNvSpPr/>
          <p:nvPr/>
        </p:nvSpPr>
        <p:spPr>
          <a:xfrm>
            <a:off x="13200499" y="8106120"/>
            <a:ext cx="1429800" cy="1233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146275" lIns="146275" spcFirstLastPara="1" rIns="146275" wrap="square" tIns="146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2"/>
          <p:cNvSpPr/>
          <p:nvPr/>
        </p:nvSpPr>
        <p:spPr>
          <a:xfrm>
            <a:off x="-1" y="8106120"/>
            <a:ext cx="1429800" cy="123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146275" lIns="146275" spcFirstLastPara="1" rIns="146275" wrap="square" tIns="146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2"/>
          <p:cNvSpPr/>
          <p:nvPr/>
        </p:nvSpPr>
        <p:spPr>
          <a:xfrm>
            <a:off x="1429935" y="8106120"/>
            <a:ext cx="10340100" cy="1233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146275" lIns="146275" spcFirstLastPara="1" rIns="146275" wrap="square" tIns="146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12"/>
          <p:cNvSpPr txBox="1"/>
          <p:nvPr>
            <p:ph idx="12" type="sldNum"/>
          </p:nvPr>
        </p:nvSpPr>
        <p:spPr>
          <a:xfrm>
            <a:off x="13568920" y="7515092"/>
            <a:ext cx="877800" cy="501600"/>
          </a:xfrm>
          <a:prstGeom prst="rect">
            <a:avLst/>
          </a:prstGeom>
        </p:spPr>
        <p:txBody>
          <a:bodyPr anchorCtr="0" anchor="t" bIns="146275" lIns="146275" spcFirstLastPara="1" rIns="146275" wrap="square" tIns="146275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color background 1 1">
  <p:cSld name="BLANK_1_1_1">
    <p:bg>
      <p:bgPr>
        <a:solidFill>
          <a:schemeClr val="accent1"/>
        </a:solid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/>
          <p:nvPr/>
        </p:nvSpPr>
        <p:spPr>
          <a:xfrm>
            <a:off x="11770186" y="8106120"/>
            <a:ext cx="1429800" cy="1233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146275" lIns="146275" spcFirstLastPara="1" rIns="146275" wrap="square" tIns="146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13"/>
          <p:cNvSpPr/>
          <p:nvPr/>
        </p:nvSpPr>
        <p:spPr>
          <a:xfrm>
            <a:off x="13200499" y="8106120"/>
            <a:ext cx="1429800" cy="1233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146275" lIns="146275" spcFirstLastPara="1" rIns="146275" wrap="square" tIns="146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13"/>
          <p:cNvSpPr/>
          <p:nvPr/>
        </p:nvSpPr>
        <p:spPr>
          <a:xfrm>
            <a:off x="-1" y="8106120"/>
            <a:ext cx="1429800" cy="123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146275" lIns="146275" spcFirstLastPara="1" rIns="146275" wrap="square" tIns="146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13"/>
          <p:cNvSpPr/>
          <p:nvPr/>
        </p:nvSpPr>
        <p:spPr>
          <a:xfrm>
            <a:off x="1429935" y="8106120"/>
            <a:ext cx="10340100" cy="1233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146275" lIns="146275" spcFirstLastPara="1" rIns="146275" wrap="square" tIns="146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3"/>
          <p:cNvSpPr txBox="1"/>
          <p:nvPr>
            <p:ph idx="12" type="sldNum"/>
          </p:nvPr>
        </p:nvSpPr>
        <p:spPr>
          <a:xfrm>
            <a:off x="13568920" y="7515092"/>
            <a:ext cx="877800" cy="501600"/>
          </a:xfrm>
          <a:prstGeom prst="rect">
            <a:avLst/>
          </a:prstGeom>
        </p:spPr>
        <p:txBody>
          <a:bodyPr anchorCtr="0" anchor="t" bIns="146275" lIns="146275" spcFirstLastPara="1" rIns="146275" wrap="square" tIns="146275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01" name="Google Shape;101;p13"/>
          <p:cNvSpPr txBox="1"/>
          <p:nvPr/>
        </p:nvSpPr>
        <p:spPr>
          <a:xfrm>
            <a:off x="411450" y="6813450"/>
            <a:ext cx="98781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800">
                <a:solidFill>
                  <a:srgbClr val="FCE5CD"/>
                </a:solidFill>
                <a:latin typeface="Raleway"/>
                <a:ea typeface="Raleway"/>
                <a:cs typeface="Raleway"/>
                <a:sym typeface="Raleway"/>
              </a:rPr>
              <a:t>ЗАВДАННЯ </a:t>
            </a:r>
            <a:endParaRPr b="1" sz="4800">
              <a:solidFill>
                <a:srgbClr val="FCE5CD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pic>
        <p:nvPicPr>
          <p:cNvPr id="102" name="Google Shape;102;p13" title="eafd1209-e9c2-408c-b471-2dc2c919ed86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6925" y="2404700"/>
            <a:ext cx="4408750" cy="4408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7 master">
  <p:cSld name="Slide 7 master"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104" name="Google Shape;104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4630400" cy="8229600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14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2 master">
  <p:cSld name="Slide 2 master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107" name="Google Shape;107;p1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4630400" cy="8229600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15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3 master">
  <p:cSld name="Slide 3 master"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110" name="Google Shape;110;p1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4630400" cy="8229600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16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1 master">
  <p:cSld name="Slide 1 master"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113" name="Google Shape;113;p1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4630400" cy="82296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7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4 master">
  <p:cSld name="Slide 4 master"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116" name="Google Shape;116;p1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4630400" cy="8229600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18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5 master">
  <p:cSld name="Slide 5 master"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119" name="Google Shape;119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4630400" cy="8229600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19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6 master">
  <p:cSld name="Slide 6 master"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122" name="Google Shape;122;p2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4630400" cy="8229600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2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1">
  <p:cSld name="TITLE_2"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1"/>
          <p:cNvSpPr/>
          <p:nvPr/>
        </p:nvSpPr>
        <p:spPr>
          <a:xfrm>
            <a:off x="8346914" y="7091660"/>
            <a:ext cx="1155000" cy="1233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146275" lIns="146275" spcFirstLastPara="1" rIns="146275" wrap="square" tIns="146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21"/>
          <p:cNvSpPr/>
          <p:nvPr/>
        </p:nvSpPr>
        <p:spPr>
          <a:xfrm>
            <a:off x="9501498" y="7091660"/>
            <a:ext cx="1155000" cy="1233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146275" lIns="146275" spcFirstLastPara="1" rIns="146275" wrap="square" tIns="146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1"/>
          <p:cNvSpPr/>
          <p:nvPr/>
        </p:nvSpPr>
        <p:spPr>
          <a:xfrm>
            <a:off x="-2278962" y="6379500"/>
            <a:ext cx="1155000" cy="1233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146275" lIns="146275" spcFirstLastPara="1" rIns="146275" wrap="square" tIns="146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p21"/>
          <p:cNvSpPr/>
          <p:nvPr/>
        </p:nvSpPr>
        <p:spPr>
          <a:xfrm>
            <a:off x="-1" y="7091660"/>
            <a:ext cx="8346600" cy="123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146275" lIns="146275" spcFirstLastPara="1" rIns="146275" wrap="square" tIns="146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 1">
  <p:cSld name="CAPTION_ONLY_1"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2"/>
          <p:cNvSpPr/>
          <p:nvPr/>
        </p:nvSpPr>
        <p:spPr>
          <a:xfrm>
            <a:off x="11770186" y="8106120"/>
            <a:ext cx="1429800" cy="1233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146275" lIns="146275" spcFirstLastPara="1" rIns="146275" wrap="square" tIns="146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22"/>
          <p:cNvSpPr/>
          <p:nvPr/>
        </p:nvSpPr>
        <p:spPr>
          <a:xfrm>
            <a:off x="13200499" y="8106120"/>
            <a:ext cx="1429800" cy="1233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146275" lIns="146275" spcFirstLastPara="1" rIns="146275" wrap="square" tIns="146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22"/>
          <p:cNvSpPr/>
          <p:nvPr/>
        </p:nvSpPr>
        <p:spPr>
          <a:xfrm>
            <a:off x="-1" y="8106120"/>
            <a:ext cx="1429800" cy="1233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146275" lIns="146275" spcFirstLastPara="1" rIns="146275" wrap="square" tIns="146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" name="Google Shape;133;p22"/>
          <p:cNvSpPr/>
          <p:nvPr/>
        </p:nvSpPr>
        <p:spPr>
          <a:xfrm>
            <a:off x="1429935" y="8106120"/>
            <a:ext cx="10340100" cy="123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146275" lIns="146275" spcFirstLastPara="1" rIns="146275" wrap="square" tIns="146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22"/>
          <p:cNvSpPr txBox="1"/>
          <p:nvPr>
            <p:ph idx="12" type="sldNum"/>
          </p:nvPr>
        </p:nvSpPr>
        <p:spPr>
          <a:xfrm>
            <a:off x="13568920" y="7515092"/>
            <a:ext cx="877800" cy="501600"/>
          </a:xfrm>
          <a:prstGeom prst="rect">
            <a:avLst/>
          </a:prstGeom>
        </p:spPr>
        <p:txBody>
          <a:bodyPr anchorCtr="0" anchor="t" bIns="146275" lIns="146275" spcFirstLastPara="1" rIns="146275" wrap="square" tIns="14627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2">
  <p:cSld name="TITLE_3"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3"/>
          <p:cNvSpPr/>
          <p:nvPr/>
        </p:nvSpPr>
        <p:spPr>
          <a:xfrm>
            <a:off x="8346914" y="7091660"/>
            <a:ext cx="1155000" cy="1233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146275" lIns="146275" spcFirstLastPara="1" rIns="146275" wrap="square" tIns="146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23"/>
          <p:cNvSpPr/>
          <p:nvPr/>
        </p:nvSpPr>
        <p:spPr>
          <a:xfrm>
            <a:off x="9501498" y="7091660"/>
            <a:ext cx="1155000" cy="1233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146275" lIns="146275" spcFirstLastPara="1" rIns="146275" wrap="square" tIns="146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23"/>
          <p:cNvSpPr/>
          <p:nvPr/>
        </p:nvSpPr>
        <p:spPr>
          <a:xfrm>
            <a:off x="-2278962" y="6379500"/>
            <a:ext cx="1155000" cy="1233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146275" lIns="146275" spcFirstLastPara="1" rIns="146275" wrap="square" tIns="146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23"/>
          <p:cNvSpPr/>
          <p:nvPr/>
        </p:nvSpPr>
        <p:spPr>
          <a:xfrm>
            <a:off x="-1" y="7091660"/>
            <a:ext cx="8346600" cy="123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146275" lIns="146275" spcFirstLastPara="1" rIns="146275" wrap="square" tIns="146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 2">
  <p:cSld name="CAPTION_ONLY_2"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4"/>
          <p:cNvSpPr/>
          <p:nvPr/>
        </p:nvSpPr>
        <p:spPr>
          <a:xfrm>
            <a:off x="11770186" y="8106120"/>
            <a:ext cx="1429800" cy="1233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146275" lIns="146275" spcFirstLastPara="1" rIns="146275" wrap="square" tIns="146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" name="Google Shape;142;p24"/>
          <p:cNvSpPr/>
          <p:nvPr/>
        </p:nvSpPr>
        <p:spPr>
          <a:xfrm>
            <a:off x="13200499" y="8106120"/>
            <a:ext cx="1429800" cy="1233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146275" lIns="146275" spcFirstLastPara="1" rIns="146275" wrap="square" tIns="146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/>
          <p:nvPr/>
        </p:nvSpPr>
        <p:spPr>
          <a:xfrm>
            <a:off x="-1" y="8106120"/>
            <a:ext cx="1429800" cy="1233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146275" lIns="146275" spcFirstLastPara="1" rIns="146275" wrap="square" tIns="146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24"/>
          <p:cNvSpPr/>
          <p:nvPr/>
        </p:nvSpPr>
        <p:spPr>
          <a:xfrm>
            <a:off x="1429935" y="8106120"/>
            <a:ext cx="10340100" cy="123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146275" lIns="146275" spcFirstLastPara="1" rIns="146275" wrap="square" tIns="146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24"/>
          <p:cNvSpPr txBox="1"/>
          <p:nvPr>
            <p:ph idx="12" type="sldNum"/>
          </p:nvPr>
        </p:nvSpPr>
        <p:spPr>
          <a:xfrm>
            <a:off x="13568920" y="7515092"/>
            <a:ext cx="877800" cy="501600"/>
          </a:xfrm>
          <a:prstGeom prst="rect">
            <a:avLst/>
          </a:prstGeom>
        </p:spPr>
        <p:txBody>
          <a:bodyPr anchorCtr="0" anchor="t" bIns="146275" lIns="146275" spcFirstLastPara="1" rIns="146275" wrap="square" tIns="14627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 3">
  <p:cSld name="CAPTION_ONLY_3"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5"/>
          <p:cNvSpPr/>
          <p:nvPr/>
        </p:nvSpPr>
        <p:spPr>
          <a:xfrm>
            <a:off x="11770186" y="8106120"/>
            <a:ext cx="1429800" cy="1233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146275" lIns="146275" spcFirstLastPara="1" rIns="146275" wrap="square" tIns="146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25"/>
          <p:cNvSpPr/>
          <p:nvPr/>
        </p:nvSpPr>
        <p:spPr>
          <a:xfrm>
            <a:off x="13200499" y="8106120"/>
            <a:ext cx="1429800" cy="1233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146275" lIns="146275" spcFirstLastPara="1" rIns="146275" wrap="square" tIns="146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25"/>
          <p:cNvSpPr/>
          <p:nvPr/>
        </p:nvSpPr>
        <p:spPr>
          <a:xfrm>
            <a:off x="-1" y="8106120"/>
            <a:ext cx="1429800" cy="1233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146275" lIns="146275" spcFirstLastPara="1" rIns="146275" wrap="square" tIns="146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" name="Google Shape;150;p25"/>
          <p:cNvSpPr/>
          <p:nvPr/>
        </p:nvSpPr>
        <p:spPr>
          <a:xfrm>
            <a:off x="1429935" y="8106120"/>
            <a:ext cx="10340100" cy="123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146275" lIns="146275" spcFirstLastPara="1" rIns="146275" wrap="square" tIns="146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>
            <p:ph idx="12" type="sldNum"/>
          </p:nvPr>
        </p:nvSpPr>
        <p:spPr>
          <a:xfrm>
            <a:off x="13568920" y="7515092"/>
            <a:ext cx="877800" cy="501600"/>
          </a:xfrm>
          <a:prstGeom prst="rect">
            <a:avLst/>
          </a:prstGeom>
        </p:spPr>
        <p:txBody>
          <a:bodyPr anchorCtr="0" anchor="t" bIns="146275" lIns="146275" spcFirstLastPara="1" rIns="146275" wrap="square" tIns="14627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 4">
  <p:cSld name="CAPTION_ONLY_4"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6"/>
          <p:cNvSpPr/>
          <p:nvPr/>
        </p:nvSpPr>
        <p:spPr>
          <a:xfrm>
            <a:off x="11770186" y="8106120"/>
            <a:ext cx="1429800" cy="1233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146275" lIns="146275" spcFirstLastPara="1" rIns="146275" wrap="square" tIns="146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26"/>
          <p:cNvSpPr/>
          <p:nvPr/>
        </p:nvSpPr>
        <p:spPr>
          <a:xfrm>
            <a:off x="13200499" y="8106120"/>
            <a:ext cx="1429800" cy="1233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146275" lIns="146275" spcFirstLastPara="1" rIns="146275" wrap="square" tIns="146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26"/>
          <p:cNvSpPr/>
          <p:nvPr/>
        </p:nvSpPr>
        <p:spPr>
          <a:xfrm>
            <a:off x="-1" y="8106120"/>
            <a:ext cx="1429800" cy="1233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146275" lIns="146275" spcFirstLastPara="1" rIns="146275" wrap="square" tIns="146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" name="Google Shape;156;p26"/>
          <p:cNvSpPr/>
          <p:nvPr/>
        </p:nvSpPr>
        <p:spPr>
          <a:xfrm>
            <a:off x="1429935" y="8106120"/>
            <a:ext cx="10340100" cy="123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146275" lIns="146275" spcFirstLastPara="1" rIns="146275" wrap="square" tIns="146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26"/>
          <p:cNvSpPr txBox="1"/>
          <p:nvPr>
            <p:ph idx="12" type="sldNum"/>
          </p:nvPr>
        </p:nvSpPr>
        <p:spPr>
          <a:xfrm>
            <a:off x="13568920" y="7515092"/>
            <a:ext cx="877800" cy="501600"/>
          </a:xfrm>
          <a:prstGeom prst="rect">
            <a:avLst/>
          </a:prstGeom>
        </p:spPr>
        <p:txBody>
          <a:bodyPr anchorCtr="0" anchor="t" bIns="146275" lIns="146275" spcFirstLastPara="1" rIns="146275" wrap="square" tIns="14627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 5">
  <p:cSld name="CAPTION_ONLY_5"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7"/>
          <p:cNvSpPr/>
          <p:nvPr/>
        </p:nvSpPr>
        <p:spPr>
          <a:xfrm>
            <a:off x="11770186" y="8106120"/>
            <a:ext cx="1429800" cy="1233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146275" lIns="146275" spcFirstLastPara="1" rIns="146275" wrap="square" tIns="146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" name="Google Shape;160;p27"/>
          <p:cNvSpPr/>
          <p:nvPr/>
        </p:nvSpPr>
        <p:spPr>
          <a:xfrm>
            <a:off x="13200499" y="8106120"/>
            <a:ext cx="1429800" cy="1233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146275" lIns="146275" spcFirstLastPara="1" rIns="146275" wrap="square" tIns="146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" name="Google Shape;161;p27"/>
          <p:cNvSpPr/>
          <p:nvPr/>
        </p:nvSpPr>
        <p:spPr>
          <a:xfrm>
            <a:off x="-1" y="8106120"/>
            <a:ext cx="1429800" cy="1233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146275" lIns="146275" spcFirstLastPara="1" rIns="146275" wrap="square" tIns="146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p27"/>
          <p:cNvSpPr/>
          <p:nvPr/>
        </p:nvSpPr>
        <p:spPr>
          <a:xfrm>
            <a:off x="1429935" y="8106120"/>
            <a:ext cx="10340100" cy="123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146275" lIns="146275" spcFirstLastPara="1" rIns="146275" wrap="square" tIns="146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p27"/>
          <p:cNvSpPr txBox="1"/>
          <p:nvPr>
            <p:ph idx="12" type="sldNum"/>
          </p:nvPr>
        </p:nvSpPr>
        <p:spPr>
          <a:xfrm>
            <a:off x="13568920" y="7515092"/>
            <a:ext cx="877800" cy="501600"/>
          </a:xfrm>
          <a:prstGeom prst="rect">
            <a:avLst/>
          </a:prstGeom>
        </p:spPr>
        <p:txBody>
          <a:bodyPr anchorCtr="0" anchor="t" bIns="146275" lIns="146275" spcFirstLastPara="1" rIns="146275" wrap="square" tIns="14627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 6">
  <p:cSld name="CAPTION_ONLY_6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8"/>
          <p:cNvSpPr/>
          <p:nvPr/>
        </p:nvSpPr>
        <p:spPr>
          <a:xfrm>
            <a:off x="11770186" y="8106120"/>
            <a:ext cx="1429800" cy="1233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146275" lIns="146275" spcFirstLastPara="1" rIns="146275" wrap="square" tIns="146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28"/>
          <p:cNvSpPr/>
          <p:nvPr/>
        </p:nvSpPr>
        <p:spPr>
          <a:xfrm>
            <a:off x="13200499" y="8106120"/>
            <a:ext cx="1429800" cy="1233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146275" lIns="146275" spcFirstLastPara="1" rIns="146275" wrap="square" tIns="146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p28"/>
          <p:cNvSpPr/>
          <p:nvPr/>
        </p:nvSpPr>
        <p:spPr>
          <a:xfrm>
            <a:off x="-1" y="8106120"/>
            <a:ext cx="1429800" cy="1233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146275" lIns="146275" spcFirstLastPara="1" rIns="146275" wrap="square" tIns="146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28"/>
          <p:cNvSpPr/>
          <p:nvPr/>
        </p:nvSpPr>
        <p:spPr>
          <a:xfrm>
            <a:off x="1429935" y="8106120"/>
            <a:ext cx="10340100" cy="123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146275" lIns="146275" spcFirstLastPara="1" rIns="146275" wrap="square" tIns="146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Google Shape;169;p28"/>
          <p:cNvSpPr txBox="1"/>
          <p:nvPr>
            <p:ph idx="12" type="sldNum"/>
          </p:nvPr>
        </p:nvSpPr>
        <p:spPr>
          <a:xfrm>
            <a:off x="13568920" y="7515092"/>
            <a:ext cx="877800" cy="501600"/>
          </a:xfrm>
          <a:prstGeom prst="rect">
            <a:avLst/>
          </a:prstGeom>
        </p:spPr>
        <p:txBody>
          <a:bodyPr anchorCtr="0" anchor="t" bIns="146275" lIns="146275" spcFirstLastPara="1" rIns="146275" wrap="square" tIns="14627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 7">
  <p:cSld name="CAPTION_ONLY_7"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29"/>
          <p:cNvSpPr/>
          <p:nvPr/>
        </p:nvSpPr>
        <p:spPr>
          <a:xfrm>
            <a:off x="11770186" y="8106120"/>
            <a:ext cx="1429800" cy="1233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146275" lIns="146275" spcFirstLastPara="1" rIns="146275" wrap="square" tIns="146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" name="Google Shape;172;p29"/>
          <p:cNvSpPr/>
          <p:nvPr/>
        </p:nvSpPr>
        <p:spPr>
          <a:xfrm>
            <a:off x="13200499" y="8106120"/>
            <a:ext cx="1429800" cy="1233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146275" lIns="146275" spcFirstLastPara="1" rIns="146275" wrap="square" tIns="146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" name="Google Shape;173;p29"/>
          <p:cNvSpPr/>
          <p:nvPr/>
        </p:nvSpPr>
        <p:spPr>
          <a:xfrm>
            <a:off x="-1" y="8106120"/>
            <a:ext cx="1429800" cy="1233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146275" lIns="146275" spcFirstLastPara="1" rIns="146275" wrap="square" tIns="146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29"/>
          <p:cNvSpPr/>
          <p:nvPr/>
        </p:nvSpPr>
        <p:spPr>
          <a:xfrm>
            <a:off x="1429935" y="8106120"/>
            <a:ext cx="10340100" cy="123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146275" lIns="146275" spcFirstLastPara="1" rIns="146275" wrap="square" tIns="146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29"/>
          <p:cNvSpPr txBox="1"/>
          <p:nvPr>
            <p:ph idx="12" type="sldNum"/>
          </p:nvPr>
        </p:nvSpPr>
        <p:spPr>
          <a:xfrm>
            <a:off x="13568920" y="7515092"/>
            <a:ext cx="877800" cy="501600"/>
          </a:xfrm>
          <a:prstGeom prst="rect">
            <a:avLst/>
          </a:prstGeom>
        </p:spPr>
        <p:txBody>
          <a:bodyPr anchorCtr="0" anchor="t" bIns="146275" lIns="146275" spcFirstLastPara="1" rIns="146275" wrap="square" tIns="14627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429920" y="573420"/>
            <a:ext cx="10340100" cy="1371900"/>
          </a:xfrm>
          <a:prstGeom prst="rect">
            <a:avLst/>
          </a:prstGeom>
          <a:noFill/>
          <a:ln>
            <a:noFill/>
          </a:ln>
        </p:spPr>
        <p:txBody>
          <a:bodyPr anchorCtr="0" anchor="b" bIns="146275" lIns="146275" spcFirstLastPara="1" rIns="146275" wrap="square" tIns="146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5100"/>
              <a:buFont typeface="Raleway"/>
              <a:buNone/>
              <a:defRPr sz="5100">
                <a:solidFill>
                  <a:schemeClr val="accent6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5100"/>
              <a:buFont typeface="Raleway"/>
              <a:buNone/>
              <a:defRPr sz="5100">
                <a:solidFill>
                  <a:schemeClr val="accent6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5100"/>
              <a:buFont typeface="Raleway"/>
              <a:buNone/>
              <a:defRPr sz="5100">
                <a:solidFill>
                  <a:schemeClr val="accent6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5100"/>
              <a:buFont typeface="Raleway"/>
              <a:buNone/>
              <a:defRPr sz="5100">
                <a:solidFill>
                  <a:schemeClr val="accent6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5100"/>
              <a:buFont typeface="Raleway"/>
              <a:buNone/>
              <a:defRPr sz="5100">
                <a:solidFill>
                  <a:schemeClr val="accent6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5100"/>
              <a:buFont typeface="Raleway"/>
              <a:buNone/>
              <a:defRPr sz="5100">
                <a:solidFill>
                  <a:schemeClr val="accent6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5100"/>
              <a:buFont typeface="Raleway"/>
              <a:buNone/>
              <a:defRPr sz="5100">
                <a:solidFill>
                  <a:schemeClr val="accent6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5100"/>
              <a:buFont typeface="Raleway"/>
              <a:buNone/>
              <a:defRPr sz="5100">
                <a:solidFill>
                  <a:schemeClr val="accent6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5100"/>
              <a:buFont typeface="Raleway"/>
              <a:buNone/>
              <a:defRPr sz="5100">
                <a:solidFill>
                  <a:schemeClr val="accent6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429920" y="2197740"/>
            <a:ext cx="10340100" cy="5683800"/>
          </a:xfrm>
          <a:prstGeom prst="rect">
            <a:avLst/>
          </a:prstGeom>
          <a:noFill/>
          <a:ln>
            <a:noFill/>
          </a:ln>
        </p:spPr>
        <p:txBody>
          <a:bodyPr anchorCtr="0" anchor="t" bIns="146275" lIns="146275" spcFirstLastPara="1" rIns="146275" wrap="square" tIns="146275">
            <a:noAutofit/>
          </a:bodyPr>
          <a:lstStyle>
            <a:lvl1pPr indent="-469900" lvl="0" marL="457200"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3800"/>
              <a:buFont typeface="Lato"/>
              <a:buChar char="▷"/>
              <a:defRPr sz="38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4699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Lato"/>
              <a:buChar char="○"/>
              <a:defRPr sz="38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4699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Lato"/>
              <a:buChar char="■"/>
              <a:defRPr sz="38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4699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Lato"/>
              <a:buChar char="●"/>
              <a:defRPr sz="38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4699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Lato"/>
              <a:buChar char="○"/>
              <a:defRPr sz="38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4699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Lato"/>
              <a:buChar char="■"/>
              <a:defRPr sz="38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4699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Lato"/>
              <a:buChar char="●"/>
              <a:defRPr sz="38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4699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Lato"/>
              <a:buChar char="○"/>
              <a:defRPr sz="38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4699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Lato"/>
              <a:buChar char="■"/>
              <a:defRPr sz="38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2" type="sldNum"/>
          </p:nvPr>
        </p:nvSpPr>
        <p:spPr>
          <a:xfrm>
            <a:off x="13568920" y="7515092"/>
            <a:ext cx="877800" cy="501600"/>
          </a:xfrm>
          <a:prstGeom prst="rect">
            <a:avLst/>
          </a:prstGeom>
          <a:noFill/>
          <a:ln>
            <a:noFill/>
          </a:ln>
        </p:spPr>
        <p:txBody>
          <a:bodyPr anchorCtr="0" anchor="t" bIns="146275" lIns="146275" spcFirstLastPara="1" rIns="146275" wrap="square" tIns="146275">
            <a:noAutofit/>
          </a:bodyPr>
          <a:lstStyle>
            <a:lvl1pPr lvl="0" algn="r">
              <a:buNone/>
              <a:defRPr sz="2100">
                <a:solidFill>
                  <a:schemeClr val="accent6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2100">
                <a:solidFill>
                  <a:schemeClr val="accent6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2100">
                <a:solidFill>
                  <a:schemeClr val="accent6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2100">
                <a:solidFill>
                  <a:schemeClr val="accent6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2100">
                <a:solidFill>
                  <a:schemeClr val="accent6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2100">
                <a:solidFill>
                  <a:schemeClr val="accent6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2100">
                <a:solidFill>
                  <a:schemeClr val="accent6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2100">
                <a:solidFill>
                  <a:schemeClr val="accent6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2100">
                <a:solidFill>
                  <a:schemeClr val="accent6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</p:sldLayoutIdLst>
  <p:transition>
    <p:fade thruBlk="1"/>
  </p:transition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2.png"/><Relationship Id="rId4" Type="http://schemas.openxmlformats.org/officeDocument/2006/relationships/image" Target="../media/image16.png"/><Relationship Id="rId5" Type="http://schemas.openxmlformats.org/officeDocument/2006/relationships/image" Target="../media/image11.png"/><Relationship Id="rId6" Type="http://schemas.openxmlformats.org/officeDocument/2006/relationships/image" Target="../media/image6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3.png"/><Relationship Id="rId4" Type="http://schemas.openxmlformats.org/officeDocument/2006/relationships/hyperlink" Target="https://uk.wikipedia.org/wiki/%D0%9F%D0%BE%D0%BB%D1%96%D0%B0%D0%BB%D1%84%D0%B0%D0%B2%D1%96%D1%82%D0%BD%D0%B8%D0%B9_%D1%88%D0%B8%D1%84%D1%80" TargetMode="External"/><Relationship Id="rId5" Type="http://schemas.openxmlformats.org/officeDocument/2006/relationships/hyperlink" Target="https://uk.wikipedia.org/wiki/%D0%9A%D0%BB%D1%8E%D1%87_(%D0%BA%D1%80%D0%B8%D0%BF%D1%82%D0%BE%D0%B3%D1%80%D0%B0%D1%84%D1%96%D1%8F)" TargetMode="Externa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7.png"/><Relationship Id="rId4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9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5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olab.research.google.com/drive/14GERD7FEeV5k4SE0k7jKMMrLmz97GNwo?usp=sharing" TargetMode="External"/><Relationship Id="rId4" Type="http://schemas.openxmlformats.org/officeDocument/2006/relationships/image" Target="../media/image23.png"/><Relationship Id="rId5" Type="http://schemas.openxmlformats.org/officeDocument/2006/relationships/image" Target="../media/image20.png"/><Relationship Id="rId6" Type="http://schemas.openxmlformats.org/officeDocument/2006/relationships/hyperlink" Target="https://colab.research.google.com/drive/14GERD7FEeV5k4SE0k7jKMMrLmz97GNwo?usp=sharing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colab.research.google.com/drive/14GERD7FEeV5k4SE0k7jKMMrLmz97GNwo?usp=sharing" TargetMode="External"/><Relationship Id="rId4" Type="http://schemas.openxmlformats.org/officeDocument/2006/relationships/hyperlink" Target="https://quipqiup.com/" TargetMode="External"/><Relationship Id="rId5" Type="http://schemas.openxmlformats.org/officeDocument/2006/relationships/image" Target="../media/image2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Relationship Id="rId3" Type="http://schemas.openxmlformats.org/officeDocument/2006/relationships/hyperlink" Target="http://www.youtube.com/watch?v=RGO9LOlrPzs" TargetMode="External"/><Relationship Id="rId4" Type="http://schemas.openxmlformats.org/officeDocument/2006/relationships/image" Target="../media/image26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30"/>
          <p:cNvSpPr txBox="1"/>
          <p:nvPr/>
        </p:nvSpPr>
        <p:spPr>
          <a:xfrm>
            <a:off x="583575" y="1359125"/>
            <a:ext cx="13926900" cy="280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5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rPr>
              <a:t>Віженер</a:t>
            </a:r>
            <a:endParaRPr b="1" sz="8500">
              <a:solidFill>
                <a:schemeClr val="lt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8500">
              <a:solidFill>
                <a:schemeClr val="lt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1"/>
          <p:cNvSpPr/>
          <p:nvPr/>
        </p:nvSpPr>
        <p:spPr>
          <a:xfrm>
            <a:off x="793807" y="633050"/>
            <a:ext cx="10734000" cy="70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4719"/>
              </a:lnSpc>
              <a:spcBef>
                <a:spcPts val="0"/>
              </a:spcBef>
              <a:spcAft>
                <a:spcPts val="0"/>
              </a:spcAft>
              <a:buClr>
                <a:srgbClr val="233939"/>
              </a:buClr>
              <a:buSzPts val="4500"/>
              <a:buFont typeface="Syne"/>
              <a:buNone/>
            </a:pPr>
            <a:r>
              <a:rPr b="1" lang="en-US" sz="4500">
                <a:solidFill>
                  <a:schemeClr val="accent1"/>
                </a:solidFill>
                <a:latin typeface="Raleway"/>
                <a:ea typeface="Raleway"/>
                <a:cs typeface="Raleway"/>
                <a:sym typeface="Raleway"/>
              </a:rPr>
              <a:t>Полі алфавітні</a:t>
            </a:r>
            <a:r>
              <a:rPr b="1" i="0" lang="en-US" sz="4500" u="none" cap="none" strike="noStrike">
                <a:solidFill>
                  <a:schemeClr val="accent1"/>
                </a:solidFill>
                <a:latin typeface="Raleway"/>
                <a:ea typeface="Raleway"/>
                <a:cs typeface="Raleway"/>
                <a:sym typeface="Raleway"/>
              </a:rPr>
              <a:t> шифри</a:t>
            </a:r>
            <a:endParaRPr i="0" sz="4500" u="none" cap="none" strike="noStrike">
              <a:solidFill>
                <a:schemeClr val="accent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88" name="Google Shape;188;p31"/>
          <p:cNvSpPr/>
          <p:nvPr/>
        </p:nvSpPr>
        <p:spPr>
          <a:xfrm>
            <a:off x="1857256" y="2243495"/>
            <a:ext cx="2835300" cy="35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3B4E4E"/>
              </a:buClr>
              <a:buSzPts val="2200"/>
              <a:buFont typeface="Syne"/>
              <a:buNone/>
            </a:pPr>
            <a:r>
              <a:rPr b="1" i="0" lang="en-US" sz="2200" u="none" cap="none" strike="noStrike">
                <a:solidFill>
                  <a:srgbClr val="3B4E4E"/>
                </a:solidFill>
                <a:latin typeface="Syne"/>
                <a:ea typeface="Syne"/>
                <a:cs typeface="Syne"/>
                <a:sym typeface="Syne"/>
              </a:rPr>
              <a:t>Ключове слово</a:t>
            </a:r>
            <a:endParaRPr b="0" i="0" sz="2200" u="none" cap="none" strike="noStrike"/>
          </a:p>
        </p:txBody>
      </p:sp>
      <p:sp>
        <p:nvSpPr>
          <p:cNvPr id="189" name="Google Shape;189;p31"/>
          <p:cNvSpPr/>
          <p:nvPr/>
        </p:nvSpPr>
        <p:spPr>
          <a:xfrm>
            <a:off x="793790" y="2733913"/>
            <a:ext cx="3899100" cy="72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3B4E4E"/>
              </a:buClr>
              <a:buSzPts val="1800"/>
              <a:buFont typeface="Overpass"/>
              <a:buNone/>
            </a:pPr>
            <a:r>
              <a:rPr b="0" i="0" lang="en-US" sz="1800" u="none" cap="none" strike="noStrike">
                <a:solidFill>
                  <a:srgbClr val="3B4E4E"/>
                </a:solidFill>
                <a:latin typeface="Overpass"/>
                <a:ea typeface="Overpass"/>
                <a:cs typeface="Overpass"/>
                <a:sym typeface="Overpass"/>
              </a:rPr>
              <a:t>Виберіть ключ для шифрування (наприклад, "КІТ").</a:t>
            </a:r>
            <a:endParaRPr b="0" i="0" sz="1800" u="none" cap="none" strike="noStrike"/>
          </a:p>
        </p:txBody>
      </p:sp>
      <p:pic>
        <p:nvPicPr>
          <p:cNvPr descr="preencoded.png" id="190" name="Google Shape;190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32653" y="1795463"/>
            <a:ext cx="4564975" cy="4564975"/>
          </a:xfrm>
          <a:prstGeom prst="rect">
            <a:avLst/>
          </a:prstGeom>
          <a:noFill/>
          <a:ln>
            <a:noFill/>
          </a:ln>
        </p:spPr>
      </p:pic>
      <p:sp>
        <p:nvSpPr>
          <p:cNvPr id="191" name="Google Shape;191;p31"/>
          <p:cNvSpPr/>
          <p:nvPr/>
        </p:nvSpPr>
        <p:spPr>
          <a:xfrm>
            <a:off x="6226731" y="2558534"/>
            <a:ext cx="339300" cy="42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0377"/>
              </a:lnSpc>
              <a:spcBef>
                <a:spcPts val="0"/>
              </a:spcBef>
              <a:spcAft>
                <a:spcPts val="0"/>
              </a:spcAft>
              <a:buClr>
                <a:srgbClr val="3B4E4E"/>
              </a:buClr>
              <a:buSzPts val="2700"/>
              <a:buFont typeface="Syne"/>
              <a:buNone/>
            </a:pPr>
            <a:r>
              <a:rPr b="1" i="0" lang="en-US" sz="2700" u="none" cap="none" strike="noStrike">
                <a:solidFill>
                  <a:srgbClr val="3B4E4E"/>
                </a:solidFill>
                <a:latin typeface="Syne"/>
                <a:ea typeface="Syne"/>
                <a:cs typeface="Syne"/>
                <a:sym typeface="Syne"/>
              </a:rPr>
              <a:t>1</a:t>
            </a:r>
            <a:endParaRPr b="0" i="0" sz="2700" u="none" cap="none" strike="noStrike"/>
          </a:p>
        </p:txBody>
      </p:sp>
      <p:sp>
        <p:nvSpPr>
          <p:cNvPr id="192" name="Google Shape;192;p31"/>
          <p:cNvSpPr/>
          <p:nvPr/>
        </p:nvSpPr>
        <p:spPr>
          <a:xfrm>
            <a:off x="9937790" y="2424946"/>
            <a:ext cx="2835300" cy="35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3B4E4E"/>
              </a:buClr>
              <a:buSzPts val="2200"/>
              <a:buFont typeface="Syne"/>
              <a:buNone/>
            </a:pPr>
            <a:r>
              <a:rPr b="1" i="0" lang="en-US" sz="2200" u="none" cap="none" strike="noStrike">
                <a:solidFill>
                  <a:srgbClr val="3B4E4E"/>
                </a:solidFill>
                <a:latin typeface="Syne"/>
                <a:ea typeface="Syne"/>
                <a:cs typeface="Syne"/>
                <a:sym typeface="Syne"/>
              </a:rPr>
              <a:t>Повторення ключа</a:t>
            </a:r>
            <a:endParaRPr b="0" i="0" sz="2200" u="none" cap="none" strike="noStrike"/>
          </a:p>
        </p:txBody>
      </p:sp>
      <p:sp>
        <p:nvSpPr>
          <p:cNvPr id="193" name="Google Shape;193;p31"/>
          <p:cNvSpPr/>
          <p:nvPr/>
        </p:nvSpPr>
        <p:spPr>
          <a:xfrm>
            <a:off x="9937790" y="2915364"/>
            <a:ext cx="3899100" cy="36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3B4E4E"/>
              </a:buClr>
              <a:buSzPts val="1800"/>
              <a:buFont typeface="Overpass"/>
              <a:buNone/>
            </a:pPr>
            <a:r>
              <a:rPr b="0" i="0" lang="en-US" sz="1800" u="none" cap="none" strike="noStrike">
                <a:solidFill>
                  <a:srgbClr val="3B4E4E"/>
                </a:solidFill>
                <a:latin typeface="Overpass"/>
                <a:ea typeface="Overpass"/>
                <a:cs typeface="Overpass"/>
                <a:sym typeface="Overpass"/>
              </a:rPr>
              <a:t>Повторіть ключ до довжини тексту.</a:t>
            </a:r>
            <a:endParaRPr b="0" i="0" sz="1800" u="none" cap="none" strike="noStrike"/>
          </a:p>
        </p:txBody>
      </p:sp>
      <p:pic>
        <p:nvPicPr>
          <p:cNvPr descr="preencoded.png" id="194" name="Google Shape;194;p3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032653" y="1795463"/>
            <a:ext cx="4564975" cy="4564975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31"/>
          <p:cNvSpPr/>
          <p:nvPr/>
        </p:nvSpPr>
        <p:spPr>
          <a:xfrm>
            <a:off x="8452604" y="2947035"/>
            <a:ext cx="339300" cy="42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0377"/>
              </a:lnSpc>
              <a:spcBef>
                <a:spcPts val="0"/>
              </a:spcBef>
              <a:spcAft>
                <a:spcPts val="0"/>
              </a:spcAft>
              <a:buClr>
                <a:srgbClr val="3B4E4E"/>
              </a:buClr>
              <a:buSzPts val="2700"/>
              <a:buFont typeface="Syne"/>
              <a:buNone/>
            </a:pPr>
            <a:r>
              <a:rPr b="1" i="0" lang="en-US" sz="2700" u="none" cap="none" strike="noStrike">
                <a:solidFill>
                  <a:srgbClr val="3B4E4E"/>
                </a:solidFill>
                <a:latin typeface="Syne"/>
                <a:ea typeface="Syne"/>
                <a:cs typeface="Syne"/>
                <a:sym typeface="Syne"/>
              </a:rPr>
              <a:t>2</a:t>
            </a:r>
            <a:endParaRPr b="0" i="0" sz="2700" u="none" cap="none" strike="noStrike"/>
          </a:p>
        </p:txBody>
      </p:sp>
      <p:sp>
        <p:nvSpPr>
          <p:cNvPr id="196" name="Google Shape;196;p31"/>
          <p:cNvSpPr/>
          <p:nvPr/>
        </p:nvSpPr>
        <p:spPr>
          <a:xfrm>
            <a:off x="9937790" y="4696063"/>
            <a:ext cx="2835300" cy="35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3B4E4E"/>
              </a:buClr>
              <a:buSzPts val="2200"/>
              <a:buFont typeface="Syne"/>
              <a:buNone/>
            </a:pPr>
            <a:r>
              <a:rPr b="1" i="0" lang="en-US" sz="2200" u="none" cap="none" strike="noStrike">
                <a:solidFill>
                  <a:srgbClr val="3B4E4E"/>
                </a:solidFill>
                <a:latin typeface="Syne"/>
                <a:ea typeface="Syne"/>
                <a:cs typeface="Syne"/>
                <a:sym typeface="Syne"/>
              </a:rPr>
              <a:t>Зсув за ключем</a:t>
            </a:r>
            <a:endParaRPr b="0" i="0" sz="2200" u="none" cap="none" strike="noStrike"/>
          </a:p>
        </p:txBody>
      </p:sp>
      <p:sp>
        <p:nvSpPr>
          <p:cNvPr id="197" name="Google Shape;197;p31"/>
          <p:cNvSpPr/>
          <p:nvPr/>
        </p:nvSpPr>
        <p:spPr>
          <a:xfrm>
            <a:off x="9937790" y="5186482"/>
            <a:ext cx="3899100" cy="72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3B4E4E"/>
              </a:buClr>
              <a:buSzPts val="1800"/>
              <a:buFont typeface="Overpass"/>
              <a:buNone/>
            </a:pPr>
            <a:r>
              <a:rPr b="0" i="0" lang="en-US" sz="1800" u="none" cap="none" strike="noStrike">
                <a:solidFill>
                  <a:srgbClr val="3B4E4E"/>
                </a:solidFill>
                <a:latin typeface="Overpass"/>
                <a:ea typeface="Overpass"/>
                <a:cs typeface="Overpass"/>
                <a:sym typeface="Overpass"/>
              </a:rPr>
              <a:t>Кожна літера ключа визначає зсув для відповідної літери тексту.</a:t>
            </a:r>
            <a:endParaRPr b="0" i="0" sz="1800" u="none" cap="none" strike="noStrike"/>
          </a:p>
        </p:txBody>
      </p:sp>
      <p:pic>
        <p:nvPicPr>
          <p:cNvPr descr="preencoded.png" id="198" name="Google Shape;198;p3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032653" y="1795463"/>
            <a:ext cx="4564975" cy="4564975"/>
          </a:xfrm>
          <a:prstGeom prst="rect">
            <a:avLst/>
          </a:prstGeom>
          <a:noFill/>
          <a:ln>
            <a:noFill/>
          </a:ln>
        </p:spPr>
      </p:pic>
      <p:sp>
        <p:nvSpPr>
          <p:cNvPr id="199" name="Google Shape;199;p31"/>
          <p:cNvSpPr/>
          <p:nvPr/>
        </p:nvSpPr>
        <p:spPr>
          <a:xfrm>
            <a:off x="8064103" y="5172908"/>
            <a:ext cx="339300" cy="42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0377"/>
              </a:lnSpc>
              <a:spcBef>
                <a:spcPts val="0"/>
              </a:spcBef>
              <a:spcAft>
                <a:spcPts val="0"/>
              </a:spcAft>
              <a:buClr>
                <a:srgbClr val="3B4E4E"/>
              </a:buClr>
              <a:buSzPts val="2700"/>
              <a:buFont typeface="Syne"/>
              <a:buNone/>
            </a:pPr>
            <a:r>
              <a:rPr b="1" i="0" lang="en-US" sz="2700" u="none" cap="none" strike="noStrike">
                <a:solidFill>
                  <a:srgbClr val="3B4E4E"/>
                </a:solidFill>
                <a:latin typeface="Syne"/>
                <a:ea typeface="Syne"/>
                <a:cs typeface="Syne"/>
                <a:sym typeface="Syne"/>
              </a:rPr>
              <a:t>3</a:t>
            </a:r>
            <a:endParaRPr b="0" i="0" sz="2700" u="none" cap="none" strike="noStrike"/>
          </a:p>
        </p:txBody>
      </p:sp>
      <p:sp>
        <p:nvSpPr>
          <p:cNvPr id="200" name="Google Shape;200;p31"/>
          <p:cNvSpPr/>
          <p:nvPr/>
        </p:nvSpPr>
        <p:spPr>
          <a:xfrm>
            <a:off x="1857256" y="4696063"/>
            <a:ext cx="2835300" cy="35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3B4E4E"/>
              </a:buClr>
              <a:buSzPts val="2200"/>
              <a:buFont typeface="Syne"/>
              <a:buNone/>
            </a:pPr>
            <a:r>
              <a:rPr b="1" i="0" lang="en-US" sz="2200" u="none" cap="none" strike="noStrike">
                <a:solidFill>
                  <a:srgbClr val="3B4E4E"/>
                </a:solidFill>
                <a:latin typeface="Syne"/>
                <a:ea typeface="Syne"/>
                <a:cs typeface="Syne"/>
                <a:sym typeface="Syne"/>
              </a:rPr>
              <a:t>Шифрування</a:t>
            </a:r>
            <a:endParaRPr b="0" i="0" sz="2200" u="none" cap="none" strike="noStrike"/>
          </a:p>
        </p:txBody>
      </p:sp>
      <p:sp>
        <p:nvSpPr>
          <p:cNvPr id="201" name="Google Shape;201;p31"/>
          <p:cNvSpPr/>
          <p:nvPr/>
        </p:nvSpPr>
        <p:spPr>
          <a:xfrm>
            <a:off x="793790" y="5186482"/>
            <a:ext cx="3899100" cy="72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3B4E4E"/>
              </a:buClr>
              <a:buSzPts val="1800"/>
              <a:buFont typeface="Overpass"/>
              <a:buNone/>
            </a:pPr>
            <a:r>
              <a:rPr b="0" i="0" lang="en-US" sz="1800" u="none" cap="none" strike="noStrike">
                <a:solidFill>
                  <a:srgbClr val="3B4E4E"/>
                </a:solidFill>
                <a:latin typeface="Overpass"/>
                <a:ea typeface="Overpass"/>
                <a:cs typeface="Overpass"/>
                <a:sym typeface="Overpass"/>
              </a:rPr>
              <a:t>Застосуйте зсув до кожної літери тексту.</a:t>
            </a:r>
            <a:endParaRPr b="0" i="0" sz="1800" u="none" cap="none" strike="noStrike"/>
          </a:p>
        </p:txBody>
      </p:sp>
      <p:pic>
        <p:nvPicPr>
          <p:cNvPr descr="preencoded.png" id="202" name="Google Shape;202;p3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032653" y="1795463"/>
            <a:ext cx="4564975" cy="4564975"/>
          </a:xfrm>
          <a:prstGeom prst="rect">
            <a:avLst/>
          </a:prstGeom>
          <a:noFill/>
          <a:ln>
            <a:noFill/>
          </a:ln>
        </p:spPr>
      </p:pic>
      <p:sp>
        <p:nvSpPr>
          <p:cNvPr id="203" name="Google Shape;203;p31"/>
          <p:cNvSpPr/>
          <p:nvPr/>
        </p:nvSpPr>
        <p:spPr>
          <a:xfrm>
            <a:off x="5838230" y="4784408"/>
            <a:ext cx="339300" cy="42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0377"/>
              </a:lnSpc>
              <a:spcBef>
                <a:spcPts val="0"/>
              </a:spcBef>
              <a:spcAft>
                <a:spcPts val="0"/>
              </a:spcAft>
              <a:buClr>
                <a:srgbClr val="3B4E4E"/>
              </a:buClr>
              <a:buSzPts val="2700"/>
              <a:buFont typeface="Syne"/>
              <a:buNone/>
            </a:pPr>
            <a:r>
              <a:rPr b="1" i="0" lang="en-US" sz="2700" u="none" cap="none" strike="noStrike">
                <a:solidFill>
                  <a:srgbClr val="3B4E4E"/>
                </a:solidFill>
                <a:latin typeface="Syne"/>
                <a:ea typeface="Syne"/>
                <a:cs typeface="Syne"/>
                <a:sym typeface="Syne"/>
              </a:rPr>
              <a:t>4</a:t>
            </a:r>
            <a:endParaRPr b="0" i="0" sz="2700" u="none" cap="none" strike="noStrike"/>
          </a:p>
        </p:txBody>
      </p:sp>
      <p:sp>
        <p:nvSpPr>
          <p:cNvPr id="204" name="Google Shape;204;p31"/>
          <p:cNvSpPr/>
          <p:nvPr/>
        </p:nvSpPr>
        <p:spPr>
          <a:xfrm>
            <a:off x="793790" y="6615589"/>
            <a:ext cx="13043100" cy="36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3B4E4E"/>
              </a:buClr>
              <a:buSzPts val="1800"/>
              <a:buFont typeface="Overpass"/>
              <a:buNone/>
            </a:pPr>
            <a:r>
              <a:t/>
            </a:r>
            <a:endParaRPr b="0" i="0" sz="1800" u="none" cap="none" strike="noStrike"/>
          </a:p>
        </p:txBody>
      </p:sp>
      <p:sp>
        <p:nvSpPr>
          <p:cNvPr id="205" name="Google Shape;205;p31"/>
          <p:cNvSpPr/>
          <p:nvPr/>
        </p:nvSpPr>
        <p:spPr>
          <a:xfrm>
            <a:off x="793790" y="7233642"/>
            <a:ext cx="13043100" cy="36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3B4E4E"/>
              </a:buClr>
              <a:buSzPts val="1800"/>
              <a:buFont typeface="Overpass"/>
              <a:buNone/>
            </a:pPr>
            <a:r>
              <a:rPr b="0" i="0" lang="en-US" sz="1800" u="none" cap="none" strike="noStrike">
                <a:solidFill>
                  <a:srgbClr val="3B4E4E"/>
                </a:solidFill>
                <a:latin typeface="Overpass"/>
                <a:ea typeface="Overpass"/>
                <a:cs typeface="Overpass"/>
                <a:sym typeface="Overpass"/>
              </a:rPr>
              <a:t>Складніше зламати, бо один символ шифрується по-різному.</a:t>
            </a:r>
            <a:endParaRPr b="0" i="0" sz="1800" u="none" cap="none" strike="noStrike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2"/>
          <p:cNvSpPr/>
          <p:nvPr/>
        </p:nvSpPr>
        <p:spPr>
          <a:xfrm>
            <a:off x="793807" y="633050"/>
            <a:ext cx="10734000" cy="70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4719"/>
              </a:lnSpc>
              <a:spcBef>
                <a:spcPts val="0"/>
              </a:spcBef>
              <a:spcAft>
                <a:spcPts val="0"/>
              </a:spcAft>
              <a:buClr>
                <a:srgbClr val="233939"/>
              </a:buClr>
              <a:buSzPts val="4500"/>
              <a:buFont typeface="Syne"/>
              <a:buNone/>
            </a:pPr>
            <a:r>
              <a:rPr b="1" lang="en-US" sz="4500">
                <a:solidFill>
                  <a:schemeClr val="accent1"/>
                </a:solidFill>
                <a:latin typeface="Raleway"/>
                <a:ea typeface="Raleway"/>
                <a:cs typeface="Raleway"/>
                <a:sym typeface="Raleway"/>
              </a:rPr>
              <a:t>Поліалфавітні</a:t>
            </a:r>
            <a:r>
              <a:rPr b="1" i="0" lang="en-US" sz="4500" u="none" cap="none" strike="noStrike">
                <a:solidFill>
                  <a:schemeClr val="accent1"/>
                </a:solidFill>
                <a:latin typeface="Raleway"/>
                <a:ea typeface="Raleway"/>
                <a:cs typeface="Raleway"/>
                <a:sym typeface="Raleway"/>
              </a:rPr>
              <a:t> шифри</a:t>
            </a:r>
            <a:endParaRPr i="0" sz="4500" u="none" cap="none" strike="noStrike">
              <a:solidFill>
                <a:schemeClr val="accent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12" name="Google Shape;212;p32"/>
          <p:cNvSpPr txBox="1"/>
          <p:nvPr/>
        </p:nvSpPr>
        <p:spPr>
          <a:xfrm>
            <a:off x="682950" y="2458625"/>
            <a:ext cx="11152200" cy="4282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US" sz="2800"/>
              <a:t>Що таке поліалфавітний шифр</a:t>
            </a:r>
            <a:endParaRPr b="1" sz="2800"/>
          </a:p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b="1" lang="en-US" sz="2800"/>
              <a:t>Суть:</a:t>
            </a:r>
            <a:r>
              <a:rPr lang="en-US" sz="2800"/>
              <a:t> Замість одного алфавіту (як у Цезаря), використовується кілька. Кожна літера відкритого тексту шифрується за іншим зсувом, залежно від букви ключа.</a:t>
            </a:r>
            <a:endParaRPr sz="2800"/>
          </a:p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t/>
            </a:r>
            <a:endParaRPr b="1" sz="2800"/>
          </a:p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1800"/>
              </a:spcAft>
              <a:buNone/>
            </a:pPr>
            <a:r>
              <a:rPr b="1" lang="en-US" sz="2800"/>
              <a:t>Ключ — це слово, яке повторюється по всій довжині повідомлення.</a:t>
            </a:r>
            <a:endParaRPr b="1" sz="28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7" name="Google Shape;217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7680" y="1803540"/>
            <a:ext cx="6086601" cy="4353467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33"/>
          <p:cNvSpPr txBox="1"/>
          <p:nvPr/>
        </p:nvSpPr>
        <p:spPr>
          <a:xfrm>
            <a:off x="1045630" y="414815"/>
            <a:ext cx="4800000" cy="972600"/>
          </a:xfrm>
          <a:prstGeom prst="rect">
            <a:avLst/>
          </a:prstGeom>
          <a:noFill/>
          <a:ln>
            <a:noFill/>
          </a:ln>
        </p:spPr>
        <p:txBody>
          <a:bodyPr anchorCtr="0" anchor="t" bIns="146275" lIns="146275" spcFirstLastPara="1" rIns="146275" wrap="square" tIns="1462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400">
                <a:solidFill>
                  <a:srgbClr val="FF6D01"/>
                </a:solidFill>
                <a:latin typeface="Raleway"/>
                <a:ea typeface="Raleway"/>
                <a:cs typeface="Raleway"/>
                <a:sym typeface="Raleway"/>
              </a:rPr>
              <a:t>Шифр Віженера</a:t>
            </a:r>
            <a:endParaRPr b="1" sz="4400">
              <a:solidFill>
                <a:srgbClr val="FF6D0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19" name="Google Shape;219;p33"/>
          <p:cNvSpPr txBox="1"/>
          <p:nvPr/>
        </p:nvSpPr>
        <p:spPr>
          <a:xfrm>
            <a:off x="6727950" y="751250"/>
            <a:ext cx="7702500" cy="561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3400"/>
              </a:spcBef>
              <a:spcAft>
                <a:spcPts val="0"/>
              </a:spcAft>
              <a:buNone/>
            </a:pPr>
            <a:r>
              <a:rPr b="1" lang="en-US" sz="2900">
                <a:latin typeface="Raleway"/>
                <a:ea typeface="Raleway"/>
                <a:cs typeface="Raleway"/>
                <a:sym typeface="Raleway"/>
              </a:rPr>
              <a:t>Історія:</a:t>
            </a:r>
            <a:r>
              <a:rPr lang="en-US" sz="2900">
                <a:latin typeface="Raleway"/>
                <a:ea typeface="Raleway"/>
                <a:cs typeface="Raleway"/>
                <a:sym typeface="Raleway"/>
              </a:rPr>
              <a:t> Описаний італійцем Джованні Белазо в XVI столітті, але отримав назву на честь Блеза де Віженера.</a:t>
            </a:r>
            <a:endParaRPr sz="2900"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15000"/>
              </a:lnSpc>
              <a:spcBef>
                <a:spcPts val="3400"/>
              </a:spcBef>
              <a:spcAft>
                <a:spcPts val="0"/>
              </a:spcAft>
              <a:buNone/>
            </a:pPr>
            <a:r>
              <a:rPr b="1" lang="en-US" sz="2900">
                <a:solidFill>
                  <a:srgbClr val="202122"/>
                </a:solidFill>
                <a:highlight>
                  <a:srgbClr val="FFFFFF"/>
                </a:highlight>
                <a:latin typeface="Raleway"/>
                <a:ea typeface="Raleway"/>
                <a:cs typeface="Raleway"/>
                <a:sym typeface="Raleway"/>
              </a:rPr>
              <a:t>Шифр Віженера </a:t>
            </a:r>
            <a:r>
              <a:rPr lang="en-US" sz="2900">
                <a:solidFill>
                  <a:srgbClr val="202122"/>
                </a:solidFill>
                <a:highlight>
                  <a:srgbClr val="FFFFFF"/>
                </a:highlight>
                <a:latin typeface="Raleway"/>
                <a:ea typeface="Raleway"/>
                <a:cs typeface="Raleway"/>
                <a:sym typeface="Raleway"/>
              </a:rPr>
              <a:t> — </a:t>
            </a:r>
            <a:r>
              <a:rPr lang="en-US" sz="2900">
                <a:solidFill>
                  <a:srgbClr val="3366CC"/>
                </a:solidFill>
                <a:highlight>
                  <a:srgbClr val="FFFFFF"/>
                </a:highlight>
                <a:uFill>
                  <a:noFill/>
                </a:uFill>
                <a:latin typeface="Raleway"/>
                <a:ea typeface="Raleway"/>
                <a:cs typeface="Raleway"/>
                <a:sym typeface="Raleway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поліалфавітний шифр</a:t>
            </a:r>
            <a:r>
              <a:rPr lang="en-US" sz="2900">
                <a:solidFill>
                  <a:srgbClr val="202122"/>
                </a:solidFill>
                <a:highlight>
                  <a:srgbClr val="FFFFFF"/>
                </a:highlight>
                <a:latin typeface="Raleway"/>
                <a:ea typeface="Raleway"/>
                <a:cs typeface="Raleway"/>
                <a:sym typeface="Raleway"/>
              </a:rPr>
              <a:t>, який як </a:t>
            </a:r>
            <a:r>
              <a:rPr lang="en-US" sz="2900">
                <a:solidFill>
                  <a:srgbClr val="3366CC"/>
                </a:solidFill>
                <a:highlight>
                  <a:srgbClr val="FFFFFF"/>
                </a:highlight>
                <a:uFill>
                  <a:noFill/>
                </a:uFill>
                <a:latin typeface="Raleway"/>
                <a:ea typeface="Raleway"/>
                <a:cs typeface="Raleway"/>
                <a:sym typeface="Raleway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ключ</a:t>
            </a:r>
            <a:r>
              <a:rPr lang="en-US" sz="2900">
                <a:solidFill>
                  <a:srgbClr val="202122"/>
                </a:solidFill>
                <a:highlight>
                  <a:srgbClr val="FFFFFF"/>
                </a:highlight>
                <a:latin typeface="Raleway"/>
                <a:ea typeface="Raleway"/>
                <a:cs typeface="Raleway"/>
                <a:sym typeface="Raleway"/>
              </a:rPr>
              <a:t> використовує слово.</a:t>
            </a:r>
            <a:endParaRPr sz="2900">
              <a:solidFill>
                <a:srgbClr val="202122"/>
              </a:solidFill>
              <a:highlight>
                <a:srgbClr val="FFFFFF"/>
              </a:highlight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15000"/>
              </a:lnSpc>
              <a:spcBef>
                <a:spcPts val="3400"/>
              </a:spcBef>
              <a:spcAft>
                <a:spcPts val="1200"/>
              </a:spcAft>
              <a:buNone/>
            </a:pPr>
            <a:r>
              <a:rPr lang="en-US" sz="2900">
                <a:solidFill>
                  <a:srgbClr val="202122"/>
                </a:solidFill>
                <a:highlight>
                  <a:srgbClr val="FFFFFF"/>
                </a:highlight>
                <a:latin typeface="Raleway"/>
                <a:ea typeface="Raleway"/>
                <a:cs typeface="Raleway"/>
                <a:sym typeface="Raleway"/>
              </a:rPr>
              <a:t>Якщо пронумерувати літери алфавіту від 0 до 32 (а → 0, б → 1, в → 2, …), то шифрування Віженера можна подати формулою:</a:t>
            </a:r>
            <a:endParaRPr b="1" sz="2900"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20" name="Google Shape;220;p33"/>
          <p:cNvSpPr txBox="1"/>
          <p:nvPr/>
        </p:nvSpPr>
        <p:spPr>
          <a:xfrm>
            <a:off x="1280525" y="6573125"/>
            <a:ext cx="45651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latin typeface="Raleway"/>
                <a:ea typeface="Raleway"/>
                <a:cs typeface="Raleway"/>
                <a:sym typeface="Raleway"/>
              </a:rPr>
              <a:t>Блез де Віженер </a:t>
            </a:r>
            <a:endParaRPr sz="3500">
              <a:latin typeface="Raleway"/>
              <a:ea typeface="Raleway"/>
              <a:cs typeface="Raleway"/>
              <a:sym typeface="Ralewa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4"/>
          <p:cNvSpPr txBox="1"/>
          <p:nvPr/>
        </p:nvSpPr>
        <p:spPr>
          <a:xfrm>
            <a:off x="262200" y="2390325"/>
            <a:ext cx="7919100" cy="162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200">
                <a:solidFill>
                  <a:srgbClr val="101418"/>
                </a:solidFill>
                <a:latin typeface="Raleway"/>
                <a:ea typeface="Raleway"/>
                <a:cs typeface="Raleway"/>
                <a:sym typeface="Raleway"/>
              </a:rPr>
              <a:t>Джованні Батnіста </a:t>
            </a:r>
            <a:r>
              <a:rPr lang="en-US" sz="4200">
                <a:solidFill>
                  <a:srgbClr val="101418"/>
                </a:solidFill>
                <a:latin typeface="Raleway"/>
                <a:ea typeface="Raleway"/>
                <a:cs typeface="Raleway"/>
                <a:sym typeface="Raleway"/>
              </a:rPr>
              <a:t>Беллазо</a:t>
            </a:r>
            <a:endParaRPr sz="4200">
              <a:solidFill>
                <a:srgbClr val="101418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60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54595D"/>
              </a:solidFill>
              <a:highlight>
                <a:srgbClr val="FFFFFF"/>
              </a:highlight>
            </a:endParaRPr>
          </a:p>
          <a:p>
            <a:pPr indent="0" lvl="0" marL="0" marR="3810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050">
              <a:solidFill>
                <a:srgbClr val="54595D"/>
              </a:solidFill>
            </a:endParaRPr>
          </a:p>
        </p:txBody>
      </p:sp>
      <p:pic>
        <p:nvPicPr>
          <p:cNvPr id="227" name="Google Shape;227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458200" y="-5"/>
            <a:ext cx="2923575" cy="4250874"/>
          </a:xfrm>
          <a:prstGeom prst="rect">
            <a:avLst/>
          </a:prstGeom>
          <a:noFill/>
          <a:ln>
            <a:noFill/>
          </a:ln>
        </p:spPr>
      </p:pic>
      <p:pic>
        <p:nvPicPr>
          <p:cNvPr id="228" name="Google Shape;228;p3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4352025"/>
            <a:ext cx="14351076" cy="3320125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34"/>
          <p:cNvSpPr txBox="1"/>
          <p:nvPr/>
        </p:nvSpPr>
        <p:spPr>
          <a:xfrm>
            <a:off x="0" y="0"/>
            <a:ext cx="95130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400">
                <a:solidFill>
                  <a:srgbClr val="FF6D01"/>
                </a:solidFill>
                <a:latin typeface="Raleway"/>
                <a:ea typeface="Raleway"/>
                <a:cs typeface="Raleway"/>
                <a:sym typeface="Raleway"/>
              </a:rPr>
              <a:t>Хто створив ш</a:t>
            </a:r>
            <a:r>
              <a:rPr b="1" lang="en-US" sz="4400">
                <a:solidFill>
                  <a:srgbClr val="FF6D01"/>
                </a:solidFill>
                <a:latin typeface="Raleway"/>
                <a:ea typeface="Raleway"/>
                <a:cs typeface="Raleway"/>
                <a:sym typeface="Raleway"/>
              </a:rPr>
              <a:t>ифр Віженера?</a:t>
            </a:r>
            <a:endParaRPr b="1" sz="4400">
              <a:solidFill>
                <a:srgbClr val="FF6D0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4" name="Google Shape;234;p3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84827" y="1148146"/>
            <a:ext cx="6472350" cy="6291125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Google Shape;235;p35"/>
          <p:cNvSpPr txBox="1"/>
          <p:nvPr/>
        </p:nvSpPr>
        <p:spPr>
          <a:xfrm>
            <a:off x="8521000" y="329440"/>
            <a:ext cx="4800000" cy="818700"/>
          </a:xfrm>
          <a:prstGeom prst="rect">
            <a:avLst/>
          </a:prstGeom>
          <a:noFill/>
          <a:ln>
            <a:noFill/>
          </a:ln>
        </p:spPr>
        <p:txBody>
          <a:bodyPr anchorCtr="0" anchor="t" bIns="146275" lIns="146275" spcFirstLastPara="1" rIns="146275" wrap="square" tIns="14627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None/>
            </a:pPr>
            <a:r>
              <a:rPr lang="en-US" sz="3400">
                <a:latin typeface="Raleway"/>
                <a:ea typeface="Raleway"/>
                <a:cs typeface="Raleway"/>
                <a:sym typeface="Raleway"/>
              </a:rPr>
              <a:t>Таблиця Tabula Recta</a:t>
            </a:r>
            <a:endParaRPr sz="3700"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36" name="Google Shape;236;p35"/>
          <p:cNvSpPr txBox="1"/>
          <p:nvPr/>
        </p:nvSpPr>
        <p:spPr>
          <a:xfrm>
            <a:off x="1130980" y="329440"/>
            <a:ext cx="4800000" cy="880500"/>
          </a:xfrm>
          <a:prstGeom prst="rect">
            <a:avLst/>
          </a:prstGeom>
          <a:noFill/>
          <a:ln>
            <a:noFill/>
          </a:ln>
        </p:spPr>
        <p:txBody>
          <a:bodyPr anchorCtr="0" anchor="t" bIns="146275" lIns="146275" spcFirstLastPara="1" rIns="146275" wrap="square" tIns="1462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800">
                <a:solidFill>
                  <a:srgbClr val="FF6D01"/>
                </a:solidFill>
                <a:latin typeface="Raleway"/>
                <a:ea typeface="Raleway"/>
                <a:cs typeface="Raleway"/>
                <a:sym typeface="Raleway"/>
              </a:rPr>
              <a:t>Шифр Віженера</a:t>
            </a:r>
            <a:endParaRPr sz="3800">
              <a:solidFill>
                <a:srgbClr val="FF6D0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37" name="Google Shape;237;p35"/>
          <p:cNvSpPr txBox="1"/>
          <p:nvPr/>
        </p:nvSpPr>
        <p:spPr>
          <a:xfrm>
            <a:off x="307325" y="4285525"/>
            <a:ext cx="7293300" cy="256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US" sz="2400"/>
              <a:t>К</a:t>
            </a:r>
            <a:r>
              <a:rPr b="1" lang="en-US" sz="2400"/>
              <a:t>роки шифрування:</a:t>
            </a:r>
            <a:endParaRPr b="1" sz="2400"/>
          </a:p>
          <a:p>
            <a:pPr indent="-3810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2400"/>
              <a:buChar char="●"/>
            </a:pPr>
            <a:r>
              <a:rPr lang="en-US" sz="2400"/>
              <a:t>М (ключ К) → літера на перетині М і К → </a:t>
            </a:r>
            <a:r>
              <a:rPr b="1" lang="en-US" sz="2400"/>
              <a:t>Х</a:t>
            </a:r>
            <a:endParaRPr b="1" sz="2400"/>
          </a:p>
          <a:p>
            <a:pPr indent="-3810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-US" sz="2400"/>
              <a:t>И (ключ О) → літера на перетині И і О → </a:t>
            </a:r>
            <a:r>
              <a:rPr b="1" lang="en-US" sz="2400"/>
              <a:t>Ш</a:t>
            </a:r>
            <a:endParaRPr b="1" sz="2400"/>
          </a:p>
          <a:p>
            <a:pPr indent="-3810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-US" sz="2400"/>
              <a:t>Р (ключ Д) → літера на перетині Р і Д → </a:t>
            </a:r>
            <a:r>
              <a:rPr b="1" lang="en-US" sz="2400"/>
              <a:t>У</a:t>
            </a:r>
            <a:endParaRPr b="1" sz="24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en-US" sz="2400"/>
              <a:t>Зашифрований текст: ХШУ</a:t>
            </a:r>
            <a:endParaRPr b="1" sz="2400"/>
          </a:p>
        </p:txBody>
      </p:sp>
      <p:sp>
        <p:nvSpPr>
          <p:cNvPr id="238" name="Google Shape;238;p35"/>
          <p:cNvSpPr txBox="1"/>
          <p:nvPr/>
        </p:nvSpPr>
        <p:spPr>
          <a:xfrm>
            <a:off x="153675" y="1355738"/>
            <a:ext cx="7293300" cy="278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3400"/>
              </a:spcBef>
              <a:spcAft>
                <a:spcPts val="0"/>
              </a:spcAft>
              <a:buNone/>
            </a:pPr>
            <a:r>
              <a:rPr b="1" lang="en-US" sz="3400">
                <a:latin typeface="Raleway"/>
                <a:ea typeface="Raleway"/>
                <a:cs typeface="Raleway"/>
                <a:sym typeface="Raleway"/>
              </a:rPr>
              <a:t>Приклад:</a:t>
            </a:r>
            <a:endParaRPr b="1" sz="3400"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15000"/>
              </a:lnSpc>
              <a:spcBef>
                <a:spcPts val="3400"/>
              </a:spcBef>
              <a:spcAft>
                <a:spcPts val="0"/>
              </a:spcAft>
              <a:buNone/>
            </a:pPr>
            <a:r>
              <a:rPr b="1" lang="en-US" sz="3400">
                <a:latin typeface="Raleway"/>
                <a:ea typeface="Raleway"/>
                <a:cs typeface="Raleway"/>
                <a:sym typeface="Raleway"/>
              </a:rPr>
              <a:t>Відкритий текст: М И Р</a:t>
            </a:r>
            <a:endParaRPr b="1" sz="3400"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15000"/>
              </a:lnSpc>
              <a:spcBef>
                <a:spcPts val="3400"/>
              </a:spcBef>
              <a:spcAft>
                <a:spcPts val="3400"/>
              </a:spcAft>
              <a:buNone/>
            </a:pPr>
            <a:r>
              <a:rPr b="1" lang="en-US" sz="3400">
                <a:latin typeface="Raleway"/>
                <a:ea typeface="Raleway"/>
                <a:cs typeface="Raleway"/>
                <a:sym typeface="Raleway"/>
              </a:rPr>
              <a:t>Ключ:            К О Д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36"/>
          <p:cNvSpPr txBox="1"/>
          <p:nvPr/>
        </p:nvSpPr>
        <p:spPr>
          <a:xfrm>
            <a:off x="98920" y="591840"/>
            <a:ext cx="13378200" cy="7010700"/>
          </a:xfrm>
          <a:prstGeom prst="rect">
            <a:avLst/>
          </a:prstGeom>
          <a:noFill/>
          <a:ln>
            <a:noFill/>
          </a:ln>
        </p:spPr>
        <p:txBody>
          <a:bodyPr anchorCtr="0" anchor="t" bIns="146275" lIns="146275" spcFirstLastPara="1" rIns="146275" wrap="square" tIns="14627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>
                <a:latin typeface="Raleway"/>
                <a:ea typeface="Raleway"/>
                <a:cs typeface="Raleway"/>
                <a:sym typeface="Raleway"/>
              </a:rPr>
              <a:t>Для шифрування слова "</a:t>
            </a:r>
            <a:r>
              <a:rPr lang="en-US" sz="2700">
                <a:highlight>
                  <a:schemeClr val="accent2"/>
                </a:highlight>
                <a:latin typeface="Raleway"/>
                <a:ea typeface="Raleway"/>
                <a:cs typeface="Raleway"/>
                <a:sym typeface="Raleway"/>
              </a:rPr>
              <a:t>help</a:t>
            </a:r>
            <a:r>
              <a:rPr lang="en-US" sz="2700">
                <a:latin typeface="Raleway"/>
                <a:ea typeface="Raleway"/>
                <a:cs typeface="Raleway"/>
                <a:sym typeface="Raleway"/>
              </a:rPr>
              <a:t>" ключем "</a:t>
            </a:r>
            <a:r>
              <a:rPr lang="en-US" sz="2700">
                <a:highlight>
                  <a:schemeClr val="accent4"/>
                </a:highlight>
                <a:latin typeface="Raleway"/>
                <a:ea typeface="Raleway"/>
                <a:cs typeface="Raleway"/>
                <a:sym typeface="Raleway"/>
              </a:rPr>
              <a:t>one</a:t>
            </a:r>
            <a:r>
              <a:rPr lang="en-US" sz="2700">
                <a:latin typeface="Raleway"/>
                <a:ea typeface="Raleway"/>
                <a:cs typeface="Raleway"/>
                <a:sym typeface="Raleway"/>
              </a:rPr>
              <a:t>" за допомогою шифру Віженера:</a:t>
            </a:r>
            <a:endParaRPr sz="2700">
              <a:latin typeface="Raleway"/>
              <a:ea typeface="Raleway"/>
              <a:cs typeface="Raleway"/>
              <a:sym typeface="Raleway"/>
            </a:endParaRPr>
          </a:p>
          <a:p>
            <a:pPr indent="-539750" lvl="0" marL="7366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2700"/>
              <a:buFont typeface="Raleway"/>
              <a:buAutoNum type="arabicPeriod"/>
            </a:pPr>
            <a:r>
              <a:rPr lang="en-US" sz="2700">
                <a:latin typeface="Raleway"/>
                <a:ea typeface="Raleway"/>
                <a:cs typeface="Raleway"/>
                <a:sym typeface="Raleway"/>
              </a:rPr>
              <a:t>Перетворіть букви в числові значення (A=0, B=1, ..., Z=25):</a:t>
            </a:r>
            <a:endParaRPr sz="2700">
              <a:latin typeface="Raleway"/>
              <a:ea typeface="Raleway"/>
              <a:cs typeface="Raleway"/>
              <a:sym typeface="Raleway"/>
            </a:endParaRPr>
          </a:p>
          <a:p>
            <a:pPr indent="-539750" lvl="1" marL="14605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700"/>
              <a:buFont typeface="Raleway"/>
              <a:buChar char="●"/>
            </a:pPr>
            <a:r>
              <a:rPr lang="en-US" sz="2700">
                <a:latin typeface="Raleway"/>
                <a:ea typeface="Raleway"/>
                <a:cs typeface="Raleway"/>
                <a:sym typeface="Raleway"/>
              </a:rPr>
              <a:t>help: H = 7, E = 4, L = 11, P = 15</a:t>
            </a:r>
            <a:endParaRPr sz="2700">
              <a:latin typeface="Raleway"/>
              <a:ea typeface="Raleway"/>
              <a:cs typeface="Raleway"/>
              <a:sym typeface="Raleway"/>
            </a:endParaRPr>
          </a:p>
          <a:p>
            <a:pPr indent="-539750" lvl="1" marL="14605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700"/>
              <a:buFont typeface="Raleway"/>
              <a:buChar char="●"/>
            </a:pPr>
            <a:r>
              <a:rPr lang="en-US" sz="2700">
                <a:latin typeface="Raleway"/>
                <a:ea typeface="Raleway"/>
                <a:cs typeface="Raleway"/>
                <a:sym typeface="Raleway"/>
              </a:rPr>
              <a:t>one: O = 14, N = 13, E = 4</a:t>
            </a:r>
            <a:endParaRPr sz="2700">
              <a:latin typeface="Raleway"/>
              <a:ea typeface="Raleway"/>
              <a:cs typeface="Raleway"/>
              <a:sym typeface="Raleway"/>
            </a:endParaRPr>
          </a:p>
          <a:p>
            <a:pPr indent="-539750" lvl="0" marL="736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700"/>
              <a:buFont typeface="Raleway"/>
              <a:buAutoNum type="arabicPeriod"/>
            </a:pPr>
            <a:r>
              <a:rPr lang="en-US" sz="2700">
                <a:latin typeface="Raleway"/>
                <a:ea typeface="Raleway"/>
                <a:cs typeface="Raleway"/>
                <a:sym typeface="Raleway"/>
              </a:rPr>
              <a:t>Повторіть ключ, щоб він відповідав довжині слова, яке шифруєте:</a:t>
            </a:r>
            <a:endParaRPr sz="2700">
              <a:latin typeface="Raleway"/>
              <a:ea typeface="Raleway"/>
              <a:cs typeface="Raleway"/>
              <a:sym typeface="Raleway"/>
            </a:endParaRPr>
          </a:p>
          <a:p>
            <a:pPr indent="-539750" lvl="1" marL="14605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700"/>
              <a:buFont typeface="Raleway"/>
              <a:buChar char="●"/>
            </a:pPr>
            <a:r>
              <a:rPr lang="en-US" sz="2700">
                <a:latin typeface="Raleway"/>
                <a:ea typeface="Raleway"/>
                <a:cs typeface="Raleway"/>
                <a:sym typeface="Raleway"/>
              </a:rPr>
              <a:t>oneone: O = 14, N = 13, E = 4, O = 14</a:t>
            </a:r>
            <a:endParaRPr sz="2700">
              <a:latin typeface="Raleway"/>
              <a:ea typeface="Raleway"/>
              <a:cs typeface="Raleway"/>
              <a:sym typeface="Raleway"/>
            </a:endParaRPr>
          </a:p>
          <a:p>
            <a:pPr indent="-539750" lvl="0" marL="736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700"/>
              <a:buFont typeface="Raleway"/>
              <a:buAutoNum type="arabicPeriod"/>
            </a:pPr>
            <a:r>
              <a:rPr lang="en-US" sz="2700">
                <a:latin typeface="Raleway"/>
                <a:ea typeface="Raleway"/>
                <a:cs typeface="Raleway"/>
                <a:sym typeface="Raleway"/>
              </a:rPr>
              <a:t>Виконайте шифрування кожної літери, додаючи числові значення літер тексту та ключа (за модулем 26):</a:t>
            </a:r>
            <a:endParaRPr sz="2700">
              <a:latin typeface="Raleway"/>
              <a:ea typeface="Raleway"/>
              <a:cs typeface="Raleway"/>
              <a:sym typeface="Raleway"/>
            </a:endParaRPr>
          </a:p>
          <a:p>
            <a:pPr indent="-539750" lvl="1" marL="14605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700"/>
              <a:buFont typeface="Raleway"/>
              <a:buChar char="●"/>
            </a:pPr>
            <a:r>
              <a:rPr lang="en-US" sz="2700">
                <a:latin typeface="Raleway"/>
                <a:ea typeface="Raleway"/>
                <a:cs typeface="Raleway"/>
                <a:sym typeface="Raleway"/>
              </a:rPr>
              <a:t>H + O = (7 + 14) mod 26 = 21 -&gt; V</a:t>
            </a:r>
            <a:endParaRPr sz="2700">
              <a:latin typeface="Raleway"/>
              <a:ea typeface="Raleway"/>
              <a:cs typeface="Raleway"/>
              <a:sym typeface="Raleway"/>
            </a:endParaRPr>
          </a:p>
          <a:p>
            <a:pPr indent="-539750" lvl="1" marL="14605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700"/>
              <a:buFont typeface="Raleway"/>
              <a:buChar char="●"/>
            </a:pPr>
            <a:r>
              <a:rPr lang="en-US" sz="2700">
                <a:latin typeface="Raleway"/>
                <a:ea typeface="Raleway"/>
                <a:cs typeface="Raleway"/>
                <a:sym typeface="Raleway"/>
              </a:rPr>
              <a:t>E + N = (4 + 13) mod 26 = 17 -&gt; R</a:t>
            </a:r>
            <a:endParaRPr sz="2700">
              <a:latin typeface="Raleway"/>
              <a:ea typeface="Raleway"/>
              <a:cs typeface="Raleway"/>
              <a:sym typeface="Raleway"/>
            </a:endParaRPr>
          </a:p>
          <a:p>
            <a:pPr indent="-539750" lvl="1" marL="14605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700"/>
              <a:buFont typeface="Raleway"/>
              <a:buChar char="●"/>
            </a:pPr>
            <a:r>
              <a:rPr lang="en-US" sz="2700">
                <a:latin typeface="Raleway"/>
                <a:ea typeface="Raleway"/>
                <a:cs typeface="Raleway"/>
                <a:sym typeface="Raleway"/>
              </a:rPr>
              <a:t>L + E = (11 + 4) mod 26 = 15 -&gt; P</a:t>
            </a:r>
            <a:endParaRPr sz="2700">
              <a:latin typeface="Raleway"/>
              <a:ea typeface="Raleway"/>
              <a:cs typeface="Raleway"/>
              <a:sym typeface="Raleway"/>
            </a:endParaRPr>
          </a:p>
          <a:p>
            <a:pPr indent="-539750" lvl="1" marL="14605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700"/>
              <a:buFont typeface="Raleway"/>
              <a:buChar char="●"/>
            </a:pPr>
            <a:r>
              <a:rPr lang="en-US" sz="2700">
                <a:latin typeface="Raleway"/>
                <a:ea typeface="Raleway"/>
                <a:cs typeface="Raleway"/>
                <a:sym typeface="Raleway"/>
              </a:rPr>
              <a:t>P + O = (15 + 14) mod 26 = 3 -&gt; D</a:t>
            </a:r>
            <a:endParaRPr sz="2700"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15000"/>
              </a:lnSpc>
              <a:spcBef>
                <a:spcPts val="3400"/>
              </a:spcBef>
              <a:spcAft>
                <a:spcPts val="0"/>
              </a:spcAft>
              <a:buNone/>
            </a:pPr>
            <a:r>
              <a:rPr lang="en-US" sz="2700">
                <a:latin typeface="Raleway"/>
                <a:ea typeface="Raleway"/>
                <a:cs typeface="Raleway"/>
                <a:sym typeface="Raleway"/>
              </a:rPr>
              <a:t>Зашифроване слово: "VRPD"</a:t>
            </a:r>
            <a:endParaRPr sz="2700"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44" name="Google Shape;244;p36"/>
          <p:cNvSpPr txBox="1"/>
          <p:nvPr/>
        </p:nvSpPr>
        <p:spPr>
          <a:xfrm>
            <a:off x="8313760" y="4441640"/>
            <a:ext cx="3996000" cy="2156100"/>
          </a:xfrm>
          <a:prstGeom prst="rect">
            <a:avLst/>
          </a:prstGeom>
          <a:noFill/>
          <a:ln>
            <a:noFill/>
          </a:ln>
        </p:spPr>
        <p:txBody>
          <a:bodyPr anchorCtr="0" anchor="t" bIns="146275" lIns="146275" spcFirstLastPara="1" rIns="146275" wrap="square" tIns="146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800">
                <a:solidFill>
                  <a:srgbClr val="FF6D01"/>
                </a:solidFill>
                <a:latin typeface="Raleway"/>
                <a:ea typeface="Raleway"/>
                <a:cs typeface="Raleway"/>
                <a:sym typeface="Raleway"/>
              </a:rPr>
              <a:t>А як це описати математично?</a:t>
            </a:r>
            <a:endParaRPr sz="3800">
              <a:solidFill>
                <a:srgbClr val="FF6D0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pic>
        <p:nvPicPr>
          <p:cNvPr id="245" name="Google Shape;245;p36" title="cat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805840" y="4797721"/>
            <a:ext cx="2482324" cy="2482324"/>
          </a:xfrm>
          <a:prstGeom prst="rect">
            <a:avLst/>
          </a:prstGeom>
          <a:noFill/>
          <a:ln>
            <a:noFill/>
          </a:ln>
        </p:spPr>
      </p:pic>
      <p:sp>
        <p:nvSpPr>
          <p:cNvPr id="246" name="Google Shape;246;p36"/>
          <p:cNvSpPr/>
          <p:nvPr/>
        </p:nvSpPr>
        <p:spPr>
          <a:xfrm>
            <a:off x="6968560" y="4322920"/>
            <a:ext cx="7319400" cy="2274600"/>
          </a:xfrm>
          <a:prstGeom prst="bracePair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46275" lIns="146275" spcFirstLastPara="1" rIns="146275" wrap="square" tIns="146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1" name="Google Shape;251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71526" y="327951"/>
            <a:ext cx="7412175" cy="1804700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p37"/>
          <p:cNvSpPr txBox="1"/>
          <p:nvPr/>
        </p:nvSpPr>
        <p:spPr>
          <a:xfrm>
            <a:off x="415440" y="3022200"/>
            <a:ext cx="6473700" cy="3453300"/>
          </a:xfrm>
          <a:prstGeom prst="rect">
            <a:avLst/>
          </a:prstGeom>
          <a:noFill/>
          <a:ln>
            <a:noFill/>
          </a:ln>
        </p:spPr>
        <p:txBody>
          <a:bodyPr anchorCtr="0" anchor="t" bIns="146275" lIns="146275" spcFirstLastPara="1" rIns="146275" wrap="square" tIns="146275">
            <a:spAutoFit/>
          </a:bodyPr>
          <a:lstStyle/>
          <a:p>
            <a:pPr indent="0" lvl="0" marL="736600" rtl="0" algn="l">
              <a:lnSpc>
                <a:spcPct val="115000"/>
              </a:lnSpc>
              <a:spcBef>
                <a:spcPts val="3400"/>
              </a:spcBef>
              <a:spcAft>
                <a:spcPts val="0"/>
              </a:spcAft>
              <a:buNone/>
            </a:pPr>
            <a:r>
              <a:rPr lang="en-US" sz="2700">
                <a:latin typeface="Raleway"/>
                <a:ea typeface="Raleway"/>
                <a:cs typeface="Raleway"/>
                <a:sym typeface="Raleway"/>
              </a:rPr>
              <a:t>H + O = (7 + 14) mod 26 = 21 -&gt; V</a:t>
            </a:r>
            <a:endParaRPr sz="2700">
              <a:latin typeface="Raleway"/>
              <a:ea typeface="Raleway"/>
              <a:cs typeface="Raleway"/>
              <a:sym typeface="Raleway"/>
            </a:endParaRPr>
          </a:p>
          <a:p>
            <a:pPr indent="0" lvl="0" marL="736600" rtl="0" algn="l">
              <a:lnSpc>
                <a:spcPct val="115000"/>
              </a:lnSpc>
              <a:spcBef>
                <a:spcPts val="3400"/>
              </a:spcBef>
              <a:spcAft>
                <a:spcPts val="0"/>
              </a:spcAft>
              <a:buNone/>
            </a:pPr>
            <a:r>
              <a:rPr lang="en-US" sz="2700">
                <a:latin typeface="Raleway"/>
                <a:ea typeface="Raleway"/>
                <a:cs typeface="Raleway"/>
                <a:sym typeface="Raleway"/>
              </a:rPr>
              <a:t>E + N = (4 + 13) mod 26 = 17 -&gt; R</a:t>
            </a:r>
            <a:endParaRPr sz="2700">
              <a:latin typeface="Raleway"/>
              <a:ea typeface="Raleway"/>
              <a:cs typeface="Raleway"/>
              <a:sym typeface="Raleway"/>
            </a:endParaRPr>
          </a:p>
          <a:p>
            <a:pPr indent="0" lvl="0" marL="736600" rtl="0" algn="l">
              <a:lnSpc>
                <a:spcPct val="115000"/>
              </a:lnSpc>
              <a:spcBef>
                <a:spcPts val="3400"/>
              </a:spcBef>
              <a:spcAft>
                <a:spcPts val="0"/>
              </a:spcAft>
              <a:buNone/>
            </a:pPr>
            <a:r>
              <a:rPr lang="en-US" sz="2700">
                <a:latin typeface="Raleway"/>
                <a:ea typeface="Raleway"/>
                <a:cs typeface="Raleway"/>
                <a:sym typeface="Raleway"/>
              </a:rPr>
              <a:t>L + E = (11 + 4) mod 26 = 15 -&gt; P</a:t>
            </a:r>
            <a:endParaRPr sz="2700">
              <a:latin typeface="Raleway"/>
              <a:ea typeface="Raleway"/>
              <a:cs typeface="Raleway"/>
              <a:sym typeface="Raleway"/>
            </a:endParaRPr>
          </a:p>
          <a:p>
            <a:pPr indent="0" lvl="0" marL="736600" rtl="0" algn="l">
              <a:lnSpc>
                <a:spcPct val="115000"/>
              </a:lnSpc>
              <a:spcBef>
                <a:spcPts val="3400"/>
              </a:spcBef>
              <a:spcAft>
                <a:spcPts val="3400"/>
              </a:spcAft>
              <a:buNone/>
            </a:pPr>
            <a:r>
              <a:rPr lang="en-US" sz="2700">
                <a:latin typeface="Raleway"/>
                <a:ea typeface="Raleway"/>
                <a:cs typeface="Raleway"/>
                <a:sym typeface="Raleway"/>
              </a:rPr>
              <a:t>P + O = (15 + 14) mod 26 = 3 -&gt; D</a:t>
            </a:r>
            <a:endParaRPr sz="2700">
              <a:latin typeface="Raleway"/>
              <a:ea typeface="Raleway"/>
              <a:cs typeface="Raleway"/>
              <a:sym typeface="Raleway"/>
            </a:endParaRPr>
          </a:p>
        </p:txBody>
      </p:sp>
      <p:pic>
        <p:nvPicPr>
          <p:cNvPr id="253" name="Google Shape;253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447202" y="1693849"/>
            <a:ext cx="5692825" cy="56244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38"/>
          <p:cNvSpPr txBox="1"/>
          <p:nvPr/>
        </p:nvSpPr>
        <p:spPr>
          <a:xfrm>
            <a:off x="495150" y="2232215"/>
            <a:ext cx="7404000" cy="4680300"/>
          </a:xfrm>
          <a:prstGeom prst="rect">
            <a:avLst/>
          </a:prstGeom>
          <a:noFill/>
          <a:ln>
            <a:noFill/>
          </a:ln>
        </p:spPr>
        <p:txBody>
          <a:bodyPr anchorCtr="0" anchor="t" bIns="146275" lIns="146275" spcFirstLastPara="1" rIns="146275" wrap="square" tIns="146275">
            <a:spAutoFit/>
          </a:bodyPr>
          <a:lstStyle/>
          <a:p>
            <a:pPr indent="-552450" lvl="0" marL="7366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2900"/>
              <a:buFont typeface="Roboto"/>
              <a:buChar char="●"/>
            </a:pPr>
            <a:r>
              <a:rPr lang="en-US" sz="2900">
                <a:latin typeface="Raleway"/>
                <a:ea typeface="Raleway"/>
                <a:cs typeface="Raleway"/>
                <a:sym typeface="Raleway"/>
              </a:rPr>
              <a:t>Використовує ключове слово для шифрування. Наприклад, ключ "</a:t>
            </a:r>
            <a:r>
              <a:rPr b="1" lang="en-US" sz="2900">
                <a:solidFill>
                  <a:schemeClr val="accent1"/>
                </a:solidFill>
                <a:latin typeface="Raleway"/>
                <a:ea typeface="Raleway"/>
                <a:cs typeface="Raleway"/>
                <a:sym typeface="Raleway"/>
              </a:rPr>
              <a:t>CAT</a:t>
            </a:r>
            <a:r>
              <a:rPr lang="en-US" sz="2900">
                <a:latin typeface="Raleway"/>
                <a:ea typeface="Raleway"/>
                <a:cs typeface="Raleway"/>
                <a:sym typeface="Raleway"/>
              </a:rPr>
              <a:t>" і текст "</a:t>
            </a:r>
            <a:r>
              <a:rPr lang="en-US" sz="3400">
                <a:solidFill>
                  <a:srgbClr val="FF6D01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Vigenere</a:t>
            </a:r>
            <a:r>
              <a:rPr lang="en-US" sz="3400">
                <a:solidFill>
                  <a:srgbClr val="0A6CC2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2900">
                <a:latin typeface="Raleway"/>
                <a:ea typeface="Raleway"/>
                <a:cs typeface="Raleway"/>
                <a:sym typeface="Raleway"/>
              </a:rPr>
              <a:t>".</a:t>
            </a:r>
            <a:endParaRPr sz="2900">
              <a:latin typeface="Raleway"/>
              <a:ea typeface="Raleway"/>
              <a:cs typeface="Raleway"/>
              <a:sym typeface="Raleway"/>
            </a:endParaRPr>
          </a:p>
          <a:p>
            <a:pPr indent="-552450" lvl="0" marL="736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900"/>
              <a:buFont typeface="Raleway"/>
              <a:buChar char="●"/>
            </a:pPr>
            <a:r>
              <a:rPr lang="en-US" sz="2900">
                <a:latin typeface="Raleway"/>
                <a:ea typeface="Raleway"/>
                <a:cs typeface="Raleway"/>
                <a:sym typeface="Raleway"/>
              </a:rPr>
              <a:t>Кожна літера ключа зміщує відповідну літеру тексту за таблицею (Tabula Recta).</a:t>
            </a:r>
            <a:endParaRPr sz="2900"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2900"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None/>
            </a:pPr>
            <a:r>
              <a:t/>
            </a:r>
            <a:endParaRPr sz="2900"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59" name="Google Shape;259;p38"/>
          <p:cNvSpPr txBox="1"/>
          <p:nvPr/>
        </p:nvSpPr>
        <p:spPr>
          <a:xfrm>
            <a:off x="0" y="0"/>
            <a:ext cx="11518500" cy="880500"/>
          </a:xfrm>
          <a:prstGeom prst="rect">
            <a:avLst/>
          </a:prstGeom>
          <a:noFill/>
          <a:ln>
            <a:noFill/>
          </a:ln>
        </p:spPr>
        <p:txBody>
          <a:bodyPr anchorCtr="0" anchor="t" bIns="146275" lIns="146275" spcFirstLastPara="1" rIns="146275" wrap="square" tIns="1462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800">
                <a:solidFill>
                  <a:srgbClr val="FF6D01"/>
                </a:solidFill>
                <a:latin typeface="Raleway"/>
                <a:ea typeface="Raleway"/>
                <a:cs typeface="Raleway"/>
                <a:sym typeface="Raleway"/>
              </a:rPr>
              <a:t>Шифр Віжинера</a:t>
            </a:r>
            <a:endParaRPr sz="3800">
              <a:solidFill>
                <a:srgbClr val="FF6D0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pic>
        <p:nvPicPr>
          <p:cNvPr id="260" name="Google Shape;260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397640" y="717240"/>
            <a:ext cx="4019400" cy="40041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pic>
      <p:sp>
        <p:nvSpPr>
          <p:cNvPr id="261" name="Google Shape;261;p38"/>
          <p:cNvSpPr txBox="1"/>
          <p:nvPr/>
        </p:nvSpPr>
        <p:spPr>
          <a:xfrm>
            <a:off x="8862640" y="5341320"/>
            <a:ext cx="4800000" cy="880500"/>
          </a:xfrm>
          <a:prstGeom prst="rect">
            <a:avLst/>
          </a:prstGeom>
          <a:noFill/>
          <a:ln>
            <a:noFill/>
          </a:ln>
        </p:spPr>
        <p:txBody>
          <a:bodyPr anchorCtr="0" anchor="t" bIns="146275" lIns="146275" spcFirstLastPara="1" rIns="146275" wrap="square" tIns="1462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800">
                <a:solidFill>
                  <a:srgbClr val="FF6D01"/>
                </a:solidFill>
                <a:latin typeface="Raleway"/>
                <a:ea typeface="Raleway"/>
                <a:cs typeface="Raleway"/>
                <a:sym typeface="Raleway"/>
              </a:rPr>
              <a:t>Кіт Віжинера</a:t>
            </a:r>
            <a:endParaRPr sz="3800">
              <a:solidFill>
                <a:srgbClr val="FF6D0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39"/>
          <p:cNvSpPr txBox="1"/>
          <p:nvPr/>
        </p:nvSpPr>
        <p:spPr>
          <a:xfrm>
            <a:off x="5088025" y="645450"/>
            <a:ext cx="9103200" cy="5559600"/>
          </a:xfrm>
          <a:prstGeom prst="rect">
            <a:avLst/>
          </a:prstGeom>
          <a:noFill/>
          <a:ln>
            <a:noFill/>
          </a:ln>
        </p:spPr>
        <p:txBody>
          <a:bodyPr anchorCtr="0" anchor="t" bIns="146275" lIns="146275" spcFirstLastPara="1" rIns="146275" wrap="square" tIns="146275">
            <a:spAutoFit/>
          </a:bodyPr>
          <a:lstStyle/>
          <a:p>
            <a:pPr indent="0" lvl="0" marL="7366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800">
                <a:solidFill>
                  <a:schemeClr val="accent1"/>
                </a:solidFill>
                <a:latin typeface="Raleway"/>
                <a:ea typeface="Raleway"/>
                <a:cs typeface="Raleway"/>
                <a:sym typeface="Raleway"/>
              </a:rPr>
              <a:t>Завдання</a:t>
            </a:r>
            <a:endParaRPr sz="3800">
              <a:solidFill>
                <a:schemeClr val="accent1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7366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800">
              <a:solidFill>
                <a:schemeClr val="lt1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508000" lvl="0" marL="7366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Raleway"/>
              <a:buAutoNum type="arabicPeriod"/>
            </a:pPr>
            <a:r>
              <a:rPr lang="en-US" sz="3800">
                <a:solidFill>
                  <a:schemeClr val="lt1"/>
                </a:solidFill>
                <a:latin typeface="Raleway"/>
                <a:ea typeface="Raleway"/>
                <a:cs typeface="Raleway"/>
                <a:sym typeface="Raleway"/>
              </a:rPr>
              <a:t>Створіть таблицю  </a:t>
            </a:r>
            <a:r>
              <a:rPr lang="en-US" sz="3400">
                <a:solidFill>
                  <a:schemeClr val="lt1"/>
                </a:solidFill>
                <a:latin typeface="Raleway"/>
                <a:ea typeface="Raleway"/>
                <a:cs typeface="Raleway"/>
                <a:sym typeface="Raleway"/>
              </a:rPr>
              <a:t>Tabula Recta</a:t>
            </a:r>
            <a:r>
              <a:rPr lang="en-US" sz="3800">
                <a:solidFill>
                  <a:schemeClr val="lt1"/>
                </a:solidFill>
                <a:latin typeface="Raleway"/>
                <a:ea typeface="Raleway"/>
                <a:cs typeface="Raleway"/>
                <a:sym typeface="Raleway"/>
              </a:rPr>
              <a:t>для шифрування Віженером  українських текстів</a:t>
            </a:r>
            <a:endParaRPr sz="3800">
              <a:solidFill>
                <a:schemeClr val="lt1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609600" lvl="0" marL="7366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Raleway"/>
              <a:buAutoNum type="arabicPeriod"/>
            </a:pPr>
            <a:r>
              <a:rPr lang="en-US" sz="3800">
                <a:solidFill>
                  <a:schemeClr val="lt1"/>
                </a:solidFill>
                <a:latin typeface="Raleway"/>
                <a:ea typeface="Raleway"/>
                <a:cs typeface="Raleway"/>
                <a:sym typeface="Raleway"/>
              </a:rPr>
              <a:t>Напишіть програму шифрування та дешифрування шифром ВІженера та додайте її в Colab</a:t>
            </a:r>
            <a:endParaRPr sz="3800">
              <a:solidFill>
                <a:schemeClr val="lt1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7366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800">
              <a:latin typeface="Raleway"/>
              <a:ea typeface="Raleway"/>
              <a:cs typeface="Raleway"/>
              <a:sym typeface="Raleway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40"/>
          <p:cNvSpPr txBox="1"/>
          <p:nvPr/>
        </p:nvSpPr>
        <p:spPr>
          <a:xfrm>
            <a:off x="0" y="0"/>
            <a:ext cx="14140200" cy="3343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b="1" lang="en-US" sz="3500">
                <a:latin typeface="Raleway"/>
                <a:ea typeface="Raleway"/>
                <a:cs typeface="Raleway"/>
                <a:sym typeface="Raleway"/>
              </a:rPr>
              <a:t> План дешифрування шифру Віженера без ключа</a:t>
            </a:r>
            <a:endParaRPr b="1" sz="3500"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US" sz="3300">
                <a:latin typeface="Raleway"/>
                <a:ea typeface="Raleway"/>
                <a:cs typeface="Raleway"/>
                <a:sym typeface="Raleway"/>
              </a:rPr>
              <a:t>1. Визначте ймовірну довжину ключа</a:t>
            </a:r>
            <a:endParaRPr b="1" sz="3300"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15000"/>
              </a:lnSpc>
              <a:spcBef>
                <a:spcPts val="5100"/>
              </a:spcBef>
              <a:spcAft>
                <a:spcPts val="0"/>
              </a:spcAft>
              <a:buNone/>
            </a:pPr>
            <a:r>
              <a:rPr lang="en-US" sz="3300">
                <a:latin typeface="Raleway"/>
                <a:ea typeface="Raleway"/>
                <a:cs typeface="Raleway"/>
                <a:sym typeface="Raleway"/>
              </a:rPr>
              <a:t>– Якщо текст достатньо довгий, спробуйте знайти </a:t>
            </a:r>
            <a:r>
              <a:rPr b="1" lang="en-US" sz="3300">
                <a:latin typeface="Raleway"/>
                <a:ea typeface="Raleway"/>
                <a:cs typeface="Raleway"/>
                <a:sym typeface="Raleway"/>
              </a:rPr>
              <a:t>повторювані фрагменти</a:t>
            </a:r>
            <a:r>
              <a:rPr lang="en-US" sz="3300">
                <a:latin typeface="Raleway"/>
                <a:ea typeface="Raleway"/>
                <a:cs typeface="Raleway"/>
                <a:sym typeface="Raleway"/>
              </a:rPr>
              <a:t>. Це може дати підказку через метод Казіскі.</a:t>
            </a:r>
            <a:br>
              <a:rPr lang="en-US" sz="3300">
                <a:latin typeface="Raleway"/>
                <a:ea typeface="Raleway"/>
                <a:cs typeface="Raleway"/>
                <a:sym typeface="Raleway"/>
              </a:rPr>
            </a:br>
            <a:r>
              <a:rPr lang="en-US" sz="3300">
                <a:latin typeface="Raleway"/>
                <a:ea typeface="Raleway"/>
                <a:cs typeface="Raleway"/>
                <a:sym typeface="Raleway"/>
              </a:rPr>
              <a:t> – Альтернативно — використайте </a:t>
            </a:r>
            <a:r>
              <a:rPr b="1" lang="en-US" sz="3300">
                <a:latin typeface="Raleway"/>
                <a:ea typeface="Raleway"/>
                <a:cs typeface="Raleway"/>
                <a:sym typeface="Raleway"/>
              </a:rPr>
              <a:t>індекс відповідності</a:t>
            </a:r>
            <a:r>
              <a:rPr lang="en-US" sz="3300">
                <a:latin typeface="Raleway"/>
                <a:ea typeface="Raleway"/>
                <a:cs typeface="Raleway"/>
                <a:sym typeface="Raleway"/>
              </a:rPr>
              <a:t>, який покаже, при якій довжині ключа текст найбільше відповідає закономірностям української мови.</a:t>
            </a:r>
            <a:endParaRPr sz="3300"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15000"/>
              </a:lnSpc>
              <a:spcBef>
                <a:spcPts val="5100"/>
              </a:spcBef>
              <a:spcAft>
                <a:spcPts val="0"/>
              </a:spcAft>
              <a:buNone/>
            </a:pPr>
            <a:r>
              <a:t/>
            </a:r>
            <a:endParaRPr sz="3300"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US" sz="3300">
                <a:latin typeface="Raleway"/>
                <a:ea typeface="Raleway"/>
                <a:cs typeface="Raleway"/>
                <a:sym typeface="Raleway"/>
              </a:rPr>
              <a:t>2. Розбийте шифротекст на блоки</a:t>
            </a:r>
            <a:endParaRPr b="1" sz="3300"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15000"/>
              </a:lnSpc>
              <a:spcBef>
                <a:spcPts val="5100"/>
              </a:spcBef>
              <a:spcAft>
                <a:spcPts val="0"/>
              </a:spcAft>
              <a:buNone/>
            </a:pPr>
            <a:r>
              <a:rPr lang="en-US" sz="3300">
                <a:latin typeface="Raleway"/>
                <a:ea typeface="Raleway"/>
                <a:cs typeface="Raleway"/>
                <a:sym typeface="Raleway"/>
              </a:rPr>
              <a:t>Наприклад, якщо підозрюєте, що довжина ключа дорівнює </a:t>
            </a:r>
            <a:r>
              <a:rPr b="1" lang="en-US" sz="3300">
                <a:latin typeface="Raleway"/>
                <a:ea typeface="Raleway"/>
                <a:cs typeface="Raleway"/>
                <a:sym typeface="Raleway"/>
              </a:rPr>
              <a:t>3</a:t>
            </a:r>
            <a:r>
              <a:rPr lang="en-US" sz="3300">
                <a:latin typeface="Raleway"/>
                <a:ea typeface="Raleway"/>
                <a:cs typeface="Raleway"/>
                <a:sym typeface="Raleway"/>
              </a:rPr>
              <a:t>, розбийте текст </a:t>
            </a:r>
            <a:r>
              <a:rPr lang="en-US" sz="3300">
                <a:solidFill>
                  <a:srgbClr val="188038"/>
                </a:solidFill>
                <a:latin typeface="Raleway"/>
                <a:ea typeface="Raleway"/>
                <a:cs typeface="Raleway"/>
                <a:sym typeface="Raleway"/>
              </a:rPr>
              <a:t>ФЦЗПЦНІРФ</a:t>
            </a:r>
            <a:r>
              <a:rPr lang="en-US" sz="3300">
                <a:latin typeface="Raleway"/>
                <a:ea typeface="Raleway"/>
                <a:cs typeface="Raleway"/>
                <a:sym typeface="Raleway"/>
              </a:rPr>
              <a:t> на три групи:</a:t>
            </a:r>
            <a:endParaRPr sz="3300">
              <a:latin typeface="Raleway"/>
              <a:ea typeface="Raleway"/>
              <a:cs typeface="Raleway"/>
              <a:sym typeface="Raleway"/>
            </a:endParaRPr>
          </a:p>
          <a:p>
            <a:pPr indent="-438150" lvl="0" marL="457200" rtl="0" algn="l">
              <a:lnSpc>
                <a:spcPct val="115000"/>
              </a:lnSpc>
              <a:spcBef>
                <a:spcPts val="5100"/>
              </a:spcBef>
              <a:spcAft>
                <a:spcPts val="0"/>
              </a:spcAft>
              <a:buSzPts val="3300"/>
              <a:buChar char="●"/>
            </a:pPr>
            <a:r>
              <a:rPr b="1" lang="en-US" sz="3300">
                <a:latin typeface="Raleway"/>
                <a:ea typeface="Raleway"/>
                <a:cs typeface="Raleway"/>
                <a:sym typeface="Raleway"/>
              </a:rPr>
              <a:t>1 група</a:t>
            </a:r>
            <a:r>
              <a:rPr lang="en-US" sz="3300">
                <a:latin typeface="Raleway"/>
                <a:ea typeface="Raleway"/>
                <a:cs typeface="Raleway"/>
                <a:sym typeface="Raleway"/>
              </a:rPr>
              <a:t>: Ф – П – І</a:t>
            </a:r>
            <a:br>
              <a:rPr lang="en-US" sz="3300">
                <a:latin typeface="Raleway"/>
                <a:ea typeface="Raleway"/>
                <a:cs typeface="Raleway"/>
                <a:sym typeface="Raleway"/>
              </a:rPr>
            </a:br>
            <a:endParaRPr sz="3300">
              <a:latin typeface="Raleway"/>
              <a:ea typeface="Raleway"/>
              <a:cs typeface="Raleway"/>
              <a:sym typeface="Raleway"/>
            </a:endParaRPr>
          </a:p>
          <a:p>
            <a:pPr indent="-438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300"/>
              <a:buChar char="●"/>
            </a:pPr>
            <a:r>
              <a:rPr b="1" lang="en-US" sz="3300">
                <a:latin typeface="Raleway"/>
                <a:ea typeface="Raleway"/>
                <a:cs typeface="Raleway"/>
                <a:sym typeface="Raleway"/>
              </a:rPr>
              <a:t>2 група</a:t>
            </a:r>
            <a:r>
              <a:rPr lang="en-US" sz="3300">
                <a:latin typeface="Raleway"/>
                <a:ea typeface="Raleway"/>
                <a:cs typeface="Raleway"/>
                <a:sym typeface="Raleway"/>
              </a:rPr>
              <a:t>: Ц – Ц – Р</a:t>
            </a:r>
            <a:br>
              <a:rPr lang="en-US" sz="3300">
                <a:latin typeface="Raleway"/>
                <a:ea typeface="Raleway"/>
                <a:cs typeface="Raleway"/>
                <a:sym typeface="Raleway"/>
              </a:rPr>
            </a:br>
            <a:endParaRPr sz="3300">
              <a:latin typeface="Raleway"/>
              <a:ea typeface="Raleway"/>
              <a:cs typeface="Raleway"/>
              <a:sym typeface="Raleway"/>
            </a:endParaRPr>
          </a:p>
          <a:p>
            <a:pPr indent="-438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300"/>
              <a:buChar char="●"/>
            </a:pPr>
            <a:r>
              <a:rPr b="1" lang="en-US" sz="3300">
                <a:latin typeface="Raleway"/>
                <a:ea typeface="Raleway"/>
                <a:cs typeface="Raleway"/>
                <a:sym typeface="Raleway"/>
              </a:rPr>
              <a:t>3 група</a:t>
            </a:r>
            <a:r>
              <a:rPr lang="en-US" sz="3300">
                <a:latin typeface="Raleway"/>
                <a:ea typeface="Raleway"/>
                <a:cs typeface="Raleway"/>
                <a:sym typeface="Raleway"/>
              </a:rPr>
              <a:t>: З – Н – Ф</a:t>
            </a:r>
            <a:br>
              <a:rPr lang="en-US" sz="3300">
                <a:latin typeface="Raleway"/>
                <a:ea typeface="Raleway"/>
                <a:cs typeface="Raleway"/>
                <a:sym typeface="Raleway"/>
              </a:rPr>
            </a:br>
            <a:endParaRPr sz="3300"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15000"/>
              </a:lnSpc>
              <a:spcBef>
                <a:spcPts val="5100"/>
              </a:spcBef>
              <a:spcAft>
                <a:spcPts val="0"/>
              </a:spcAft>
              <a:buNone/>
            </a:pPr>
            <a:r>
              <a:t/>
            </a:r>
            <a:endParaRPr sz="3300"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US" sz="3300">
                <a:latin typeface="Raleway"/>
                <a:ea typeface="Raleway"/>
                <a:cs typeface="Raleway"/>
                <a:sym typeface="Raleway"/>
              </a:rPr>
              <a:t>3. Проведіть частотний аналіз кожної групи</a:t>
            </a:r>
            <a:endParaRPr b="1" sz="3300"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15000"/>
              </a:lnSpc>
              <a:spcBef>
                <a:spcPts val="5100"/>
              </a:spcBef>
              <a:spcAft>
                <a:spcPts val="0"/>
              </a:spcAft>
              <a:buNone/>
            </a:pPr>
            <a:r>
              <a:rPr lang="en-US" sz="3300">
                <a:latin typeface="Raleway"/>
                <a:ea typeface="Raleway"/>
                <a:cs typeface="Raleway"/>
                <a:sym typeface="Raleway"/>
              </a:rPr>
              <a:t>У кожній групі визначте </a:t>
            </a:r>
            <a:r>
              <a:rPr b="1" lang="en-US" sz="3300">
                <a:latin typeface="Raleway"/>
                <a:ea typeface="Raleway"/>
                <a:cs typeface="Raleway"/>
                <a:sym typeface="Raleway"/>
              </a:rPr>
              <a:t>найчастішу літеру</a:t>
            </a:r>
            <a:r>
              <a:rPr lang="en-US" sz="3300">
                <a:latin typeface="Raleway"/>
                <a:ea typeface="Raleway"/>
                <a:cs typeface="Raleway"/>
                <a:sym typeface="Raleway"/>
              </a:rPr>
              <a:t>.</a:t>
            </a:r>
            <a:br>
              <a:rPr lang="en-US" sz="3300">
                <a:latin typeface="Raleway"/>
                <a:ea typeface="Raleway"/>
                <a:cs typeface="Raleway"/>
                <a:sym typeface="Raleway"/>
              </a:rPr>
            </a:br>
            <a:r>
              <a:rPr lang="en-US" sz="3300">
                <a:latin typeface="Raleway"/>
                <a:ea typeface="Raleway"/>
                <a:cs typeface="Raleway"/>
                <a:sym typeface="Raleway"/>
              </a:rPr>
              <a:t> Припустіть, що ця літера відповідає </a:t>
            </a:r>
            <a:r>
              <a:rPr b="1" lang="en-US" sz="3300">
                <a:latin typeface="Raleway"/>
                <a:ea typeface="Raleway"/>
                <a:cs typeface="Raleway"/>
                <a:sym typeface="Raleway"/>
              </a:rPr>
              <a:t>найчастішій в українській мові</a:t>
            </a:r>
            <a:r>
              <a:rPr lang="en-US" sz="3300">
                <a:latin typeface="Raleway"/>
                <a:ea typeface="Raleway"/>
                <a:cs typeface="Raleway"/>
                <a:sym typeface="Raleway"/>
              </a:rPr>
              <a:t> — наприклад, </a:t>
            </a:r>
            <a:r>
              <a:rPr b="1" lang="en-US" sz="3300">
                <a:latin typeface="Raleway"/>
                <a:ea typeface="Raleway"/>
                <a:cs typeface="Raleway"/>
                <a:sym typeface="Raleway"/>
              </a:rPr>
              <a:t>О</a:t>
            </a:r>
            <a:r>
              <a:rPr lang="en-US" sz="3300">
                <a:latin typeface="Raleway"/>
                <a:ea typeface="Raleway"/>
                <a:cs typeface="Raleway"/>
                <a:sym typeface="Raleway"/>
              </a:rPr>
              <a:t> або </a:t>
            </a:r>
            <a:r>
              <a:rPr b="1" lang="en-US" sz="3300">
                <a:latin typeface="Raleway"/>
                <a:ea typeface="Raleway"/>
                <a:cs typeface="Raleway"/>
                <a:sym typeface="Raleway"/>
              </a:rPr>
              <a:t>А</a:t>
            </a:r>
            <a:r>
              <a:rPr lang="en-US" sz="3300">
                <a:latin typeface="Raleway"/>
                <a:ea typeface="Raleway"/>
                <a:cs typeface="Raleway"/>
                <a:sym typeface="Raleway"/>
              </a:rPr>
              <a:t>.</a:t>
            </a:r>
            <a:endParaRPr sz="3300"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15000"/>
              </a:lnSpc>
              <a:spcBef>
                <a:spcPts val="5100"/>
              </a:spcBef>
              <a:spcAft>
                <a:spcPts val="0"/>
              </a:spcAft>
              <a:buNone/>
            </a:pPr>
            <a:r>
              <a:rPr lang="en-US" sz="3300">
                <a:latin typeface="Raleway"/>
                <a:ea typeface="Raleway"/>
                <a:cs typeface="Raleway"/>
                <a:sym typeface="Raleway"/>
              </a:rPr>
              <a:t>▶️ </a:t>
            </a:r>
            <a:r>
              <a:rPr b="1" lang="en-US" sz="3300">
                <a:latin typeface="Raleway"/>
                <a:ea typeface="Raleway"/>
                <a:cs typeface="Raleway"/>
                <a:sym typeface="Raleway"/>
              </a:rPr>
              <a:t>Приклад</a:t>
            </a:r>
            <a:r>
              <a:rPr lang="en-US" sz="3300">
                <a:latin typeface="Raleway"/>
                <a:ea typeface="Raleway"/>
                <a:cs typeface="Raleway"/>
                <a:sym typeface="Raleway"/>
              </a:rPr>
              <a:t>:</a:t>
            </a:r>
            <a:br>
              <a:rPr lang="en-US" sz="3300">
                <a:latin typeface="Raleway"/>
                <a:ea typeface="Raleway"/>
                <a:cs typeface="Raleway"/>
                <a:sym typeface="Raleway"/>
              </a:rPr>
            </a:br>
            <a:r>
              <a:rPr lang="en-US" sz="3300">
                <a:latin typeface="Raleway"/>
                <a:ea typeface="Raleway"/>
                <a:cs typeface="Raleway"/>
                <a:sym typeface="Raleway"/>
              </a:rPr>
              <a:t> Найчастіша літера — Ц. Якщо припустити, що вона відповідає </a:t>
            </a:r>
            <a:r>
              <a:rPr b="1" lang="en-US" sz="3300">
                <a:latin typeface="Raleway"/>
                <a:ea typeface="Raleway"/>
                <a:cs typeface="Raleway"/>
                <a:sym typeface="Raleway"/>
              </a:rPr>
              <a:t>О</a:t>
            </a:r>
            <a:r>
              <a:rPr lang="en-US" sz="3300">
                <a:latin typeface="Raleway"/>
                <a:ea typeface="Raleway"/>
                <a:cs typeface="Raleway"/>
                <a:sym typeface="Raleway"/>
              </a:rPr>
              <a:t>, то зсув = позиція(Ц) − позиція(О).</a:t>
            </a:r>
            <a:endParaRPr sz="3300"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15000"/>
              </a:lnSpc>
              <a:spcBef>
                <a:spcPts val="5100"/>
              </a:spcBef>
              <a:spcAft>
                <a:spcPts val="0"/>
              </a:spcAft>
              <a:buNone/>
            </a:pPr>
            <a:r>
              <a:t/>
            </a:r>
            <a:endParaRPr sz="3300"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US" sz="3300">
                <a:latin typeface="Raleway"/>
                <a:ea typeface="Raleway"/>
                <a:cs typeface="Raleway"/>
                <a:sym typeface="Raleway"/>
              </a:rPr>
              <a:t>4. Відновіть ключ</a:t>
            </a:r>
            <a:endParaRPr b="1" sz="3300"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15000"/>
              </a:lnSpc>
              <a:spcBef>
                <a:spcPts val="5100"/>
              </a:spcBef>
              <a:spcAft>
                <a:spcPts val="0"/>
              </a:spcAft>
              <a:buNone/>
            </a:pPr>
            <a:r>
              <a:rPr lang="en-US" sz="3300">
                <a:latin typeface="Raleway"/>
                <a:ea typeface="Raleway"/>
                <a:cs typeface="Raleway"/>
                <a:sym typeface="Raleway"/>
              </a:rPr>
              <a:t>Знайдіть зсув для кожної групи та відповідної позиції. Це дозволить визначити </a:t>
            </a:r>
            <a:r>
              <a:rPr b="1" lang="en-US" sz="3300">
                <a:latin typeface="Raleway"/>
                <a:ea typeface="Raleway"/>
                <a:cs typeface="Raleway"/>
                <a:sym typeface="Raleway"/>
              </a:rPr>
              <a:t>ймовірний ключ</a:t>
            </a:r>
            <a:r>
              <a:rPr lang="en-US" sz="3300">
                <a:latin typeface="Raleway"/>
                <a:ea typeface="Raleway"/>
                <a:cs typeface="Raleway"/>
                <a:sym typeface="Raleway"/>
              </a:rPr>
              <a:t>, що використовувався при шифруванні.</a:t>
            </a:r>
            <a:endParaRPr sz="3300"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15000"/>
              </a:lnSpc>
              <a:spcBef>
                <a:spcPts val="5100"/>
              </a:spcBef>
              <a:spcAft>
                <a:spcPts val="0"/>
              </a:spcAft>
              <a:buNone/>
            </a:pPr>
            <a:r>
              <a:t/>
            </a:r>
            <a:endParaRPr sz="3300"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US" sz="3300">
                <a:latin typeface="Raleway"/>
                <a:ea typeface="Raleway"/>
                <a:cs typeface="Raleway"/>
                <a:sym typeface="Raleway"/>
              </a:rPr>
              <a:t>5. Проведіть розшифрування</a:t>
            </a:r>
            <a:endParaRPr b="1" sz="3300"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15000"/>
              </a:lnSpc>
              <a:spcBef>
                <a:spcPts val="5100"/>
              </a:spcBef>
              <a:spcAft>
                <a:spcPts val="0"/>
              </a:spcAft>
              <a:buNone/>
            </a:pPr>
            <a:r>
              <a:rPr lang="en-US" sz="3300">
                <a:latin typeface="Raleway"/>
                <a:ea typeface="Raleway"/>
                <a:cs typeface="Raleway"/>
                <a:sym typeface="Raleway"/>
              </a:rPr>
              <a:t>Застосуйте відновлений ключ у класичному алгоритмі дешифрування шифру Віженера, працюючи з кожною літерою тексту.</a:t>
            </a:r>
            <a:endParaRPr sz="3300"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15000"/>
              </a:lnSpc>
              <a:spcBef>
                <a:spcPts val="5100"/>
              </a:spcBef>
              <a:spcAft>
                <a:spcPts val="0"/>
              </a:spcAft>
              <a:buNone/>
            </a:pPr>
            <a:r>
              <a:t/>
            </a:r>
            <a:endParaRPr sz="3300"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15000"/>
              </a:lnSpc>
              <a:spcBef>
                <a:spcPts val="5100"/>
              </a:spcBef>
              <a:spcAft>
                <a:spcPts val="0"/>
              </a:spcAft>
              <a:buNone/>
            </a:pPr>
            <a:r>
              <a:rPr lang="en-US" sz="3300">
                <a:latin typeface="Raleway"/>
                <a:ea typeface="Raleway"/>
                <a:cs typeface="Raleway"/>
                <a:sym typeface="Raleway"/>
              </a:rPr>
              <a:t>📌 </a:t>
            </a:r>
            <a:r>
              <a:rPr b="1" lang="en-US" sz="3300">
                <a:latin typeface="Raleway"/>
                <a:ea typeface="Raleway"/>
                <a:cs typeface="Raleway"/>
                <a:sym typeface="Raleway"/>
              </a:rPr>
              <a:t>Примітка</a:t>
            </a:r>
            <a:r>
              <a:rPr lang="en-US" sz="3300">
                <a:latin typeface="Raleway"/>
                <a:ea typeface="Raleway"/>
                <a:cs typeface="Raleway"/>
                <a:sym typeface="Raleway"/>
              </a:rPr>
              <a:t>:</a:t>
            </a:r>
            <a:endParaRPr sz="3300"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15000"/>
              </a:lnSpc>
              <a:spcBef>
                <a:spcPts val="5100"/>
              </a:spcBef>
              <a:spcAft>
                <a:spcPts val="5100"/>
              </a:spcAft>
              <a:buNone/>
            </a:pPr>
            <a:r>
              <a:rPr lang="en-US" sz="3300">
                <a:latin typeface="Raleway"/>
                <a:ea typeface="Raleway"/>
                <a:cs typeface="Raleway"/>
                <a:sym typeface="Raleway"/>
              </a:rPr>
              <a:t>Якщо ваш шифротекст короткий, як-от </a:t>
            </a:r>
            <a:r>
              <a:rPr lang="en-US" sz="3300">
                <a:solidFill>
                  <a:srgbClr val="188038"/>
                </a:solidFill>
                <a:latin typeface="Raleway"/>
                <a:ea typeface="Raleway"/>
                <a:cs typeface="Raleway"/>
                <a:sym typeface="Raleway"/>
              </a:rPr>
              <a:t>ФЦЗПЦНІРФ</a:t>
            </a:r>
            <a:r>
              <a:rPr lang="en-US" sz="3300">
                <a:latin typeface="Raleway"/>
                <a:ea typeface="Raleway"/>
                <a:cs typeface="Raleway"/>
                <a:sym typeface="Raleway"/>
              </a:rPr>
              <a:t>, то частотний аналіз може бути </a:t>
            </a:r>
            <a:r>
              <a:rPr b="1" lang="en-US" sz="3300">
                <a:latin typeface="Raleway"/>
                <a:ea typeface="Raleway"/>
                <a:cs typeface="Raleway"/>
                <a:sym typeface="Raleway"/>
              </a:rPr>
              <a:t>недостатньо точним</a:t>
            </a:r>
            <a:r>
              <a:rPr lang="en-US" sz="3300">
                <a:latin typeface="Raleway"/>
                <a:ea typeface="Raleway"/>
                <a:cs typeface="Raleway"/>
                <a:sym typeface="Raleway"/>
              </a:rPr>
              <a:t>, бо занадто мало даних для статистики. Ці методи набагато ефективніші при роботі з довгими повідомленнями (від 50 символів і більше).</a:t>
            </a:r>
            <a:endParaRPr sz="3300">
              <a:latin typeface="Raleway"/>
              <a:ea typeface="Raleway"/>
              <a:cs typeface="Raleway"/>
              <a:sym typeface="Raleway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8" name="Google Shape;278;p41" title="Link-PNG-Photo.png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62225" y="4376250"/>
            <a:ext cx="2240826" cy="2240826"/>
          </a:xfrm>
          <a:prstGeom prst="rect">
            <a:avLst/>
          </a:prstGeom>
          <a:noFill/>
          <a:ln>
            <a:noFill/>
          </a:ln>
        </p:spPr>
      </p:pic>
      <p:pic>
        <p:nvPicPr>
          <p:cNvPr id="279" name="Google Shape;279;p4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38225" y="681700"/>
            <a:ext cx="3474700" cy="2312250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p41"/>
          <p:cNvSpPr txBox="1"/>
          <p:nvPr/>
        </p:nvSpPr>
        <p:spPr>
          <a:xfrm>
            <a:off x="7139775" y="1440200"/>
            <a:ext cx="5583300" cy="341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u="sng">
                <a:solidFill>
                  <a:schemeClr val="hlink"/>
                </a:solidFill>
                <a:latin typeface="Raleway"/>
                <a:ea typeface="Raleway"/>
                <a:cs typeface="Raleway"/>
                <a:sym typeface="Raleway"/>
                <a:hlinkClick r:id="rId6"/>
              </a:rPr>
              <a:t>Шифрування та розшифрування шифром Вегенера</a:t>
            </a:r>
            <a:endParaRPr sz="4400">
              <a:solidFill>
                <a:schemeClr val="accent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42"/>
          <p:cNvSpPr txBox="1"/>
          <p:nvPr/>
        </p:nvSpPr>
        <p:spPr>
          <a:xfrm>
            <a:off x="0" y="0"/>
            <a:ext cx="14174100" cy="473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510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rPr>
              <a:t>Шифр Бофора</a:t>
            </a:r>
            <a:br>
              <a:rPr b="1" lang="en-US" sz="3200">
                <a:latin typeface="Raleway"/>
                <a:ea typeface="Raleway"/>
                <a:cs typeface="Raleway"/>
                <a:sym typeface="Raleway"/>
              </a:rPr>
            </a:br>
            <a:r>
              <a:rPr lang="en-US" sz="3200">
                <a:latin typeface="Raleway"/>
                <a:ea typeface="Raleway"/>
                <a:cs typeface="Raleway"/>
                <a:sym typeface="Raleway"/>
              </a:rPr>
              <a:t>Схожий на Віженера, але замість додавання порядкового номера ключової літери — віднімання. Це створює ефект зворотного зміщення. Наприклад, при використанні тієї ж таблиці Віженера, шукаємо букву відкритого тексту в рядку ключової літери й дивимося, у якому стовпчику вона знаходиться.</a:t>
            </a:r>
            <a:endParaRPr sz="3200"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15000"/>
              </a:lnSpc>
              <a:spcBef>
                <a:spcPts val="5100"/>
              </a:spcBef>
              <a:spcAft>
                <a:spcPts val="5100"/>
              </a:spcAft>
              <a:buNone/>
            </a:pPr>
            <a:r>
              <a:rPr b="1" lang="en-US" sz="3200">
                <a:latin typeface="Raleway"/>
                <a:ea typeface="Raleway"/>
                <a:cs typeface="Raleway"/>
                <a:sym typeface="Raleway"/>
              </a:rPr>
              <a:t>Приклад:</a:t>
            </a:r>
            <a:endParaRPr b="1" sz="3200"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87" name="Google Shape;287;p42"/>
          <p:cNvSpPr txBox="1"/>
          <p:nvPr/>
        </p:nvSpPr>
        <p:spPr>
          <a:xfrm>
            <a:off x="119500" y="5207525"/>
            <a:ext cx="6951900" cy="116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/>
              <a:t>Відкритий текст: К О Д</a:t>
            </a:r>
            <a:endParaRPr b="1" sz="3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/>
              <a:t>Ключ:            			С О Л</a:t>
            </a:r>
            <a:endParaRPr b="1" sz="32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3"/>
          <p:cNvSpPr txBox="1"/>
          <p:nvPr/>
        </p:nvSpPr>
        <p:spPr>
          <a:xfrm>
            <a:off x="0" y="0"/>
            <a:ext cx="15147300" cy="414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5100"/>
              </a:spcBef>
              <a:spcAft>
                <a:spcPts val="0"/>
              </a:spcAft>
              <a:buNone/>
            </a:pPr>
            <a:r>
              <a:rPr b="1" lang="en-US" sz="3900">
                <a:solidFill>
                  <a:schemeClr val="accent1"/>
                </a:solidFill>
                <a:latin typeface="Raleway"/>
                <a:ea typeface="Raleway"/>
                <a:cs typeface="Raleway"/>
                <a:sym typeface="Raleway"/>
              </a:rPr>
              <a:t>Автоключовий шифр</a:t>
            </a:r>
            <a:br>
              <a:rPr b="1" lang="en-US" sz="3900">
                <a:latin typeface="Raleway"/>
                <a:ea typeface="Raleway"/>
                <a:cs typeface="Raleway"/>
                <a:sym typeface="Raleway"/>
              </a:rPr>
            </a:br>
            <a:r>
              <a:rPr lang="en-US" sz="3800">
                <a:latin typeface="Raleway"/>
                <a:ea typeface="Raleway"/>
                <a:cs typeface="Raleway"/>
                <a:sym typeface="Raleway"/>
              </a:rPr>
              <a:t>Початкова частина ключа — це слово (наприклад, "КОД"), а далі підставляється сам відкритий текст. Таким чином, кожна наступна літера шифрується на основі попереднього змісту.</a:t>
            </a:r>
            <a:endParaRPr sz="3800"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15000"/>
              </a:lnSpc>
              <a:spcBef>
                <a:spcPts val="5100"/>
              </a:spcBef>
              <a:spcAft>
                <a:spcPts val="5100"/>
              </a:spcAft>
              <a:buNone/>
            </a:pPr>
            <a:r>
              <a:rPr b="1" lang="en-US" sz="3900">
                <a:latin typeface="Raleway"/>
                <a:ea typeface="Raleway"/>
                <a:cs typeface="Raleway"/>
                <a:sym typeface="Raleway"/>
              </a:rPr>
              <a:t>Приклад:</a:t>
            </a:r>
            <a:endParaRPr b="1" sz="3900"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94" name="Google Shape;294;p43"/>
          <p:cNvSpPr txBox="1"/>
          <p:nvPr/>
        </p:nvSpPr>
        <p:spPr>
          <a:xfrm>
            <a:off x="495125" y="4695300"/>
            <a:ext cx="11630100" cy="138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900"/>
              <a:t>Відкритий текст: І Н Ф О Р М А Т И К А</a:t>
            </a:r>
            <a:endParaRPr b="1" sz="39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900"/>
              <a:t>Ключ:            			К О Д І Н Ф О Р М А Т</a:t>
            </a:r>
            <a:endParaRPr b="1" sz="39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44"/>
          <p:cNvSpPr txBox="1"/>
          <p:nvPr/>
        </p:nvSpPr>
        <p:spPr>
          <a:xfrm>
            <a:off x="0" y="0"/>
            <a:ext cx="14630400" cy="596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5100"/>
              </a:spcBef>
              <a:spcAft>
                <a:spcPts val="0"/>
              </a:spcAft>
              <a:buNone/>
            </a:pPr>
            <a:r>
              <a:rPr b="1" lang="en-US" sz="3700">
                <a:solidFill>
                  <a:schemeClr val="accent1"/>
                </a:solidFill>
                <a:latin typeface="Raleway"/>
                <a:ea typeface="Raleway"/>
                <a:cs typeface="Raleway"/>
                <a:sym typeface="Raleway"/>
              </a:rPr>
              <a:t>Шифр Плейфера</a:t>
            </a:r>
            <a:br>
              <a:rPr b="1" lang="en-US" sz="2600">
                <a:latin typeface="Raleway"/>
                <a:ea typeface="Raleway"/>
                <a:cs typeface="Raleway"/>
                <a:sym typeface="Raleway"/>
              </a:rPr>
            </a:br>
            <a:r>
              <a:rPr lang="en-US" sz="2600">
                <a:latin typeface="Raleway"/>
                <a:ea typeface="Raleway"/>
                <a:cs typeface="Raleway"/>
                <a:sym typeface="Raleway"/>
              </a:rPr>
              <a:t>Працює з парами літер. Будується таблиця 5×5 (без літери "Й" або об'єднання І та Й), в яку вписується ключове слово, а потім решта алфавіту.</a:t>
            </a:r>
            <a:endParaRPr sz="2600"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15000"/>
              </a:lnSpc>
              <a:spcBef>
                <a:spcPts val="5100"/>
              </a:spcBef>
              <a:spcAft>
                <a:spcPts val="0"/>
              </a:spcAft>
              <a:buNone/>
            </a:pPr>
            <a:r>
              <a:rPr b="1" lang="en-US" sz="2600">
                <a:latin typeface="Raleway"/>
                <a:ea typeface="Raleway"/>
                <a:cs typeface="Raleway"/>
                <a:sym typeface="Raleway"/>
              </a:rPr>
              <a:t>Правила:</a:t>
            </a:r>
            <a:endParaRPr b="1" sz="2600">
              <a:latin typeface="Raleway"/>
              <a:ea typeface="Raleway"/>
              <a:cs typeface="Raleway"/>
              <a:sym typeface="Raleway"/>
            </a:endParaRPr>
          </a:p>
          <a:p>
            <a:pPr indent="-393700" lvl="0" marL="457200" rtl="0" algn="l">
              <a:lnSpc>
                <a:spcPct val="115000"/>
              </a:lnSpc>
              <a:spcBef>
                <a:spcPts val="5100"/>
              </a:spcBef>
              <a:spcAft>
                <a:spcPts val="0"/>
              </a:spcAft>
              <a:buSzPts val="2600"/>
              <a:buFont typeface="Raleway"/>
              <a:buChar char="●"/>
            </a:pPr>
            <a:r>
              <a:rPr lang="en-US" sz="2600">
                <a:latin typeface="Raleway"/>
                <a:ea typeface="Raleway"/>
                <a:cs typeface="Raleway"/>
                <a:sym typeface="Raleway"/>
              </a:rPr>
              <a:t>Якщо пара в одному рядку — замінюємо на праві букви.</a:t>
            </a:r>
            <a:endParaRPr sz="2600">
              <a:latin typeface="Raleway"/>
              <a:ea typeface="Raleway"/>
              <a:cs typeface="Raleway"/>
              <a:sym typeface="Raleway"/>
            </a:endParaRPr>
          </a:p>
          <a:p>
            <a:pPr indent="-3937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600"/>
              <a:buFont typeface="Raleway"/>
              <a:buChar char="●"/>
            </a:pPr>
            <a:r>
              <a:rPr lang="en-US" sz="2600">
                <a:latin typeface="Raleway"/>
                <a:ea typeface="Raleway"/>
                <a:cs typeface="Raleway"/>
                <a:sym typeface="Raleway"/>
              </a:rPr>
              <a:t>Якщо пара в одному стовпчику — замінюємо на нижні.</a:t>
            </a:r>
            <a:endParaRPr sz="2600">
              <a:latin typeface="Raleway"/>
              <a:ea typeface="Raleway"/>
              <a:cs typeface="Raleway"/>
              <a:sym typeface="Raleway"/>
            </a:endParaRPr>
          </a:p>
          <a:p>
            <a:pPr indent="-3937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600"/>
              <a:buFont typeface="Raleway"/>
              <a:buChar char="●"/>
            </a:pPr>
            <a:r>
              <a:rPr lang="en-US" sz="2600">
                <a:latin typeface="Raleway"/>
                <a:ea typeface="Raleway"/>
                <a:cs typeface="Raleway"/>
                <a:sym typeface="Raleway"/>
              </a:rPr>
              <a:t>Інакше утворюємо прямокутник і беремо протилежні кути по горизонталі.</a:t>
            </a:r>
            <a:endParaRPr sz="2600"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15000"/>
              </a:lnSpc>
              <a:spcBef>
                <a:spcPts val="5100"/>
              </a:spcBef>
              <a:spcAft>
                <a:spcPts val="5100"/>
              </a:spcAft>
              <a:buNone/>
            </a:pPr>
            <a:r>
              <a:rPr b="1" lang="en-US" sz="2600">
                <a:latin typeface="Raleway"/>
                <a:ea typeface="Raleway"/>
                <a:cs typeface="Raleway"/>
                <a:sym typeface="Raleway"/>
              </a:rPr>
              <a:t>Приклад:</a:t>
            </a:r>
            <a:endParaRPr b="1" sz="2600"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301" name="Google Shape;301;p44"/>
          <p:cNvSpPr txBox="1"/>
          <p:nvPr/>
        </p:nvSpPr>
        <p:spPr>
          <a:xfrm>
            <a:off x="3278200" y="4883125"/>
            <a:ext cx="4049400" cy="298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600"/>
              <a:t>Ключ: СЛОВО</a:t>
            </a:r>
            <a:endParaRPr b="1" sz="26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600"/>
              <a:t>Таблиця:</a:t>
            </a:r>
            <a:endParaRPr b="1" sz="26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600"/>
              <a:t>С Л О В А</a:t>
            </a:r>
            <a:endParaRPr b="1" sz="26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600"/>
              <a:t>Б Г Д Е Є</a:t>
            </a:r>
            <a:endParaRPr b="1" sz="26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600"/>
              <a:t>Ж З И К М</a:t>
            </a:r>
            <a:endParaRPr b="1" sz="26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600"/>
              <a:t>Н П Р Т У</a:t>
            </a:r>
            <a:endParaRPr b="1" sz="26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600"/>
              <a:t>Ф Х Ц Ч Ш</a:t>
            </a:r>
            <a:endParaRPr b="1" sz="2600"/>
          </a:p>
        </p:txBody>
      </p:sp>
      <p:sp>
        <p:nvSpPr>
          <p:cNvPr id="302" name="Google Shape;302;p44"/>
          <p:cNvSpPr txBox="1"/>
          <p:nvPr/>
        </p:nvSpPr>
        <p:spPr>
          <a:xfrm>
            <a:off x="6849525" y="5395350"/>
            <a:ext cx="7632000" cy="104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2600"/>
              </a:spcBef>
              <a:spcAft>
                <a:spcPts val="2600"/>
              </a:spcAft>
              <a:buNone/>
            </a:pPr>
            <a:r>
              <a:rPr lang="en-US" sz="2600">
                <a:latin typeface="Raleway"/>
                <a:ea typeface="Raleway"/>
                <a:cs typeface="Raleway"/>
                <a:sym typeface="Raleway"/>
              </a:rPr>
              <a:t>Пара "ІН" → шукаємо І (рядок 3, стовпчик 3) і Н (рядок 4, стовпчик 1) → замінюємо на Ж і Ф</a:t>
            </a:r>
            <a:r>
              <a:rPr b="1" lang="en-US" sz="2600"/>
              <a:t>.</a:t>
            </a:r>
            <a:endParaRPr b="1" sz="26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45"/>
          <p:cNvSpPr txBox="1"/>
          <p:nvPr/>
        </p:nvSpPr>
        <p:spPr>
          <a:xfrm>
            <a:off x="380575" y="1314700"/>
            <a:ext cx="14788800" cy="188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b="1" lang="en-US" sz="3100">
                <a:solidFill>
                  <a:schemeClr val="accent1"/>
                </a:solidFill>
                <a:latin typeface="Raleway"/>
                <a:ea typeface="Raleway"/>
                <a:cs typeface="Raleway"/>
                <a:sym typeface="Raleway"/>
              </a:rPr>
              <a:t>Індекс відповідності</a:t>
            </a:r>
            <a:endParaRPr b="1" sz="3100">
              <a:solidFill>
                <a:schemeClr val="accent1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en-US" sz="2400">
                <a:latin typeface="Raleway"/>
                <a:ea typeface="Raleway"/>
                <a:cs typeface="Raleway"/>
                <a:sym typeface="Raleway"/>
              </a:rPr>
              <a:t>ІВ</a:t>
            </a:r>
            <a:r>
              <a:rPr lang="en-US" sz="2400">
                <a:latin typeface="Raleway"/>
                <a:ea typeface="Raleway"/>
                <a:cs typeface="Raleway"/>
                <a:sym typeface="Raleway"/>
              </a:rPr>
              <a:t> — це ймовірність, що </a:t>
            </a:r>
            <a:r>
              <a:rPr b="1" lang="en-US" sz="2400">
                <a:latin typeface="Raleway"/>
                <a:ea typeface="Raleway"/>
                <a:cs typeface="Raleway"/>
                <a:sym typeface="Raleway"/>
              </a:rPr>
              <a:t>дві випадково обрані літери в тексті однакові</a:t>
            </a:r>
            <a:r>
              <a:rPr lang="en-US" sz="2400">
                <a:latin typeface="Raleway"/>
                <a:ea typeface="Raleway"/>
                <a:cs typeface="Raleway"/>
                <a:sym typeface="Raleway"/>
              </a:rPr>
              <a:t>. Він допомагає зламувати шифр Віженера: визначити, </a:t>
            </a:r>
            <a:r>
              <a:rPr b="1" lang="en-US" sz="2400">
                <a:latin typeface="Raleway"/>
                <a:ea typeface="Raleway"/>
                <a:cs typeface="Raleway"/>
                <a:sym typeface="Raleway"/>
              </a:rPr>
              <a:t>чи текст природний</a:t>
            </a:r>
            <a:r>
              <a:rPr lang="en-US" sz="2400">
                <a:latin typeface="Raleway"/>
                <a:ea typeface="Raleway"/>
                <a:cs typeface="Raleway"/>
                <a:sym typeface="Raleway"/>
              </a:rPr>
              <a:t>, і </a:t>
            </a:r>
            <a:r>
              <a:rPr b="1" lang="en-US" sz="2400">
                <a:latin typeface="Raleway"/>
                <a:ea typeface="Raleway"/>
                <a:cs typeface="Raleway"/>
                <a:sym typeface="Raleway"/>
              </a:rPr>
              <a:t>яка довжина ключа</a:t>
            </a:r>
            <a:r>
              <a:rPr lang="en-US" sz="2400">
                <a:latin typeface="Raleway"/>
                <a:ea typeface="Raleway"/>
                <a:cs typeface="Raleway"/>
                <a:sym typeface="Raleway"/>
              </a:rPr>
              <a:t>.</a:t>
            </a:r>
            <a:endParaRPr sz="1100"/>
          </a:p>
        </p:txBody>
      </p:sp>
      <p:pic>
        <p:nvPicPr>
          <p:cNvPr id="309" name="Google Shape;309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357578" y="3198703"/>
            <a:ext cx="9085000" cy="4017650"/>
          </a:xfrm>
          <a:prstGeom prst="rect">
            <a:avLst/>
          </a:prstGeom>
          <a:noFill/>
          <a:ln>
            <a:noFill/>
          </a:ln>
        </p:spPr>
      </p:pic>
      <p:sp>
        <p:nvSpPr>
          <p:cNvPr id="310" name="Google Shape;310;p45"/>
          <p:cNvSpPr txBox="1"/>
          <p:nvPr/>
        </p:nvSpPr>
        <p:spPr>
          <a:xfrm>
            <a:off x="0" y="3998325"/>
            <a:ext cx="4760100" cy="354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b="1" lang="en-US" sz="2300">
                <a:latin typeface="Raleway"/>
                <a:ea typeface="Raleway"/>
                <a:cs typeface="Raleway"/>
                <a:sym typeface="Raleway"/>
              </a:rPr>
              <a:t> Як використовують:</a:t>
            </a:r>
            <a:endParaRPr b="1" sz="2300">
              <a:latin typeface="Raleway"/>
              <a:ea typeface="Raleway"/>
              <a:cs typeface="Raleway"/>
              <a:sym typeface="Raleway"/>
            </a:endParaRPr>
          </a:p>
          <a:p>
            <a:pPr indent="-3492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900"/>
              <a:buAutoNum type="arabicPeriod"/>
            </a:pPr>
            <a:r>
              <a:rPr b="1" lang="en-US" sz="2100">
                <a:latin typeface="Raleway"/>
                <a:ea typeface="Raleway"/>
                <a:cs typeface="Raleway"/>
                <a:sym typeface="Raleway"/>
              </a:rPr>
              <a:t>Розбивають шифротекст</a:t>
            </a:r>
            <a:r>
              <a:rPr lang="en-US" sz="2100">
                <a:latin typeface="Raleway"/>
                <a:ea typeface="Raleway"/>
                <a:cs typeface="Raleway"/>
                <a:sym typeface="Raleway"/>
              </a:rPr>
              <a:t> на групи за підозрюваною довжиною ключа.</a:t>
            </a:r>
            <a:br>
              <a:rPr lang="en-US" sz="2100">
                <a:latin typeface="Raleway"/>
                <a:ea typeface="Raleway"/>
                <a:cs typeface="Raleway"/>
                <a:sym typeface="Raleway"/>
              </a:rPr>
            </a:br>
            <a:r>
              <a:rPr b="1" lang="en-US" sz="2100">
                <a:latin typeface="Raleway"/>
                <a:ea typeface="Raleway"/>
                <a:cs typeface="Raleway"/>
                <a:sym typeface="Raleway"/>
              </a:rPr>
              <a:t>Обчислюють ІВ кожної групи.</a:t>
            </a:r>
            <a:br>
              <a:rPr b="1" lang="en-US" sz="2100">
                <a:latin typeface="Raleway"/>
                <a:ea typeface="Raleway"/>
                <a:cs typeface="Raleway"/>
                <a:sym typeface="Raleway"/>
              </a:rPr>
            </a:br>
            <a:r>
              <a:rPr lang="en-US" sz="2100">
                <a:latin typeface="Raleway"/>
                <a:ea typeface="Raleway"/>
                <a:cs typeface="Raleway"/>
                <a:sym typeface="Raleway"/>
              </a:rPr>
              <a:t>Якщо ІВ ≈ 0.065 — імовірно, ця група відповідає українському тексту → ключ знайдено.</a:t>
            </a:r>
            <a:br>
              <a:rPr lang="en-US" sz="1300">
                <a:latin typeface="Raleway"/>
                <a:ea typeface="Raleway"/>
                <a:cs typeface="Raleway"/>
                <a:sym typeface="Raleway"/>
              </a:rPr>
            </a:br>
            <a:endParaRPr sz="1300">
              <a:latin typeface="Raleway"/>
              <a:ea typeface="Raleway"/>
              <a:cs typeface="Raleway"/>
              <a:sym typeface="Ralewa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6"/>
          <p:cNvSpPr txBox="1"/>
          <p:nvPr/>
        </p:nvSpPr>
        <p:spPr>
          <a:xfrm>
            <a:off x="0" y="0"/>
            <a:ext cx="14430300" cy="768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b="1" lang="en-US" sz="2900">
                <a:latin typeface="Raleway"/>
                <a:ea typeface="Raleway"/>
                <a:cs typeface="Raleway"/>
                <a:sym typeface="Raleway"/>
              </a:rPr>
              <a:t>✅ 1. Розрахунок вручну</a:t>
            </a:r>
            <a:endParaRPr b="1" sz="2900"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15000"/>
              </a:lnSpc>
              <a:spcBef>
                <a:spcPts val="3300"/>
              </a:spcBef>
              <a:spcAft>
                <a:spcPts val="0"/>
              </a:spcAft>
              <a:buNone/>
            </a:pPr>
            <a:r>
              <a:rPr lang="en-US" sz="2700">
                <a:latin typeface="Raleway"/>
                <a:ea typeface="Raleway"/>
                <a:cs typeface="Raleway"/>
                <a:sym typeface="Raleway"/>
              </a:rPr>
              <a:t>ІВ обчислюється за формулою:</a:t>
            </a:r>
            <a:endParaRPr sz="2700">
              <a:latin typeface="Raleway"/>
              <a:ea typeface="Raleway"/>
              <a:cs typeface="Raleway"/>
              <a:sym typeface="Raleway"/>
            </a:endParaRPr>
          </a:p>
          <a:p>
            <a:pPr indent="-400050" lvl="0" marL="457200" rtl="0" algn="l">
              <a:lnSpc>
                <a:spcPct val="115000"/>
              </a:lnSpc>
              <a:spcBef>
                <a:spcPts val="3300"/>
              </a:spcBef>
              <a:spcAft>
                <a:spcPts val="0"/>
              </a:spcAft>
              <a:buSzPts val="2700"/>
              <a:buFont typeface="Raleway"/>
              <a:buChar char="●"/>
            </a:pPr>
            <a:r>
              <a:rPr lang="en-US" sz="2700">
                <a:latin typeface="Raleway"/>
                <a:ea typeface="Raleway"/>
                <a:cs typeface="Raleway"/>
                <a:sym typeface="Raleway"/>
              </a:rPr>
              <a:t>fi​ — кількість кожної літери в тексті (частота),</a:t>
            </a:r>
            <a:endParaRPr sz="2700">
              <a:latin typeface="Raleway"/>
              <a:ea typeface="Raleway"/>
              <a:cs typeface="Raleway"/>
              <a:sym typeface="Raleway"/>
            </a:endParaRPr>
          </a:p>
          <a:p>
            <a:pPr indent="-4000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700"/>
              <a:buFont typeface="Raleway"/>
              <a:buChar char="●"/>
            </a:pPr>
            <a:r>
              <a:rPr lang="en-US" sz="2700">
                <a:latin typeface="Raleway"/>
                <a:ea typeface="Raleway"/>
                <a:cs typeface="Raleway"/>
                <a:sym typeface="Raleway"/>
              </a:rPr>
              <a:t>N — загальна кількість літер у тексті.</a:t>
            </a:r>
            <a:br>
              <a:rPr lang="en-US" sz="2700">
                <a:latin typeface="Raleway"/>
                <a:ea typeface="Raleway"/>
                <a:cs typeface="Raleway"/>
                <a:sym typeface="Raleway"/>
              </a:rPr>
            </a:br>
            <a:r>
              <a:rPr b="1" lang="en-US" sz="2900">
                <a:latin typeface="Raleway"/>
                <a:ea typeface="Raleway"/>
                <a:cs typeface="Raleway"/>
                <a:sym typeface="Raleway"/>
              </a:rPr>
              <a:t> Приклад для тексту: "ПРИВІТ"</a:t>
            </a:r>
            <a:endParaRPr b="1" sz="2900">
              <a:latin typeface="Raleway"/>
              <a:ea typeface="Raleway"/>
              <a:cs typeface="Raleway"/>
              <a:sym typeface="Raleway"/>
            </a:endParaRPr>
          </a:p>
          <a:p>
            <a:pPr indent="-4000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700"/>
              <a:buFont typeface="Raleway"/>
              <a:buAutoNum type="arabicPeriod"/>
            </a:pPr>
            <a:r>
              <a:rPr lang="en-US" sz="2700">
                <a:latin typeface="Raleway"/>
                <a:ea typeface="Raleway"/>
                <a:cs typeface="Raleway"/>
                <a:sym typeface="Raleway"/>
              </a:rPr>
              <a:t>Алфавітні літери: П, Р, И, В, І, Т — усі різні</a:t>
            </a:r>
            <a:br>
              <a:rPr lang="en-US" sz="2700">
                <a:latin typeface="Raleway"/>
                <a:ea typeface="Raleway"/>
                <a:cs typeface="Raleway"/>
                <a:sym typeface="Raleway"/>
              </a:rPr>
            </a:br>
            <a:r>
              <a:rPr lang="en-US" sz="2700">
                <a:latin typeface="Raleway"/>
                <a:ea typeface="Raleway"/>
                <a:cs typeface="Raleway"/>
                <a:sym typeface="Raleway"/>
              </a:rPr>
              <a:t>Частоти: кожна літера по 1 разу → всі fi=1f_i = 1fi​=1</a:t>
            </a:r>
            <a:br>
              <a:rPr lang="en-US" sz="2700">
                <a:latin typeface="Raleway"/>
                <a:ea typeface="Raleway"/>
                <a:cs typeface="Raleway"/>
                <a:sym typeface="Raleway"/>
              </a:rPr>
            </a:br>
            <a:r>
              <a:rPr lang="en-US" sz="2700">
                <a:latin typeface="Raleway"/>
                <a:ea typeface="Raleway"/>
                <a:cs typeface="Raleway"/>
                <a:sym typeface="Raleway"/>
              </a:rPr>
              <a:t>Формула:</a:t>
            </a:r>
            <a:br>
              <a:rPr lang="en-US" sz="2700">
                <a:latin typeface="Raleway"/>
                <a:ea typeface="Raleway"/>
                <a:cs typeface="Raleway"/>
                <a:sym typeface="Raleway"/>
              </a:rPr>
            </a:br>
            <a:r>
              <a:rPr lang="en-US" sz="2700">
                <a:latin typeface="Raleway"/>
                <a:ea typeface="Raleway"/>
                <a:cs typeface="Raleway"/>
                <a:sym typeface="Raleway"/>
              </a:rPr>
              <a:t> IC=6⋅(1⋅0)6⋅5=0IC = 6⋅56⋅(1⋅0)​=0</a:t>
            </a:r>
            <a:br>
              <a:rPr lang="en-US" sz="2700">
                <a:latin typeface="Raleway"/>
                <a:ea typeface="Raleway"/>
                <a:cs typeface="Raleway"/>
                <a:sym typeface="Raleway"/>
              </a:rPr>
            </a:br>
            <a:r>
              <a:rPr lang="en-US" sz="2700">
                <a:latin typeface="Raleway"/>
                <a:ea typeface="Raleway"/>
                <a:cs typeface="Raleway"/>
                <a:sym typeface="Raleway"/>
              </a:rPr>
              <a:t> → Для коротких текстів ІВ ≈ 0, результат ненадійний.</a:t>
            </a:r>
            <a:endParaRPr sz="2700">
              <a:latin typeface="Raleway"/>
              <a:ea typeface="Raleway"/>
              <a:cs typeface="Raleway"/>
              <a:sym typeface="Raleway"/>
            </a:endParaRPr>
          </a:p>
          <a:p>
            <a:pPr indent="0" lvl="0" marL="457200" rtl="0" algn="l">
              <a:lnSpc>
                <a:spcPct val="115000"/>
              </a:lnSpc>
              <a:spcBef>
                <a:spcPts val="3300"/>
              </a:spcBef>
              <a:spcAft>
                <a:spcPts val="0"/>
              </a:spcAft>
              <a:buNone/>
            </a:pPr>
            <a:r>
              <a:rPr b="1" lang="en-US" sz="2900">
                <a:latin typeface="Raleway"/>
                <a:ea typeface="Raleway"/>
                <a:cs typeface="Raleway"/>
                <a:sym typeface="Raleway"/>
              </a:rPr>
              <a:t>✅ 2. </a:t>
            </a:r>
            <a:r>
              <a:rPr b="1" lang="en-US" sz="2900" u="sng">
                <a:solidFill>
                  <a:schemeClr val="hlink"/>
                </a:solidFill>
                <a:latin typeface="Raleway"/>
                <a:ea typeface="Raleway"/>
                <a:cs typeface="Raleway"/>
                <a:sym typeface="Raleway"/>
                <a:hlinkClick r:id="rId3"/>
              </a:rPr>
              <a:t>Python-реалізація</a:t>
            </a:r>
            <a:endParaRPr b="1" sz="2900">
              <a:latin typeface="Raleway"/>
              <a:ea typeface="Raleway"/>
              <a:cs typeface="Raleway"/>
              <a:sym typeface="Raleway"/>
            </a:endParaRPr>
          </a:p>
          <a:p>
            <a:pPr indent="0" lvl="0" marL="457200" rtl="0" algn="l">
              <a:lnSpc>
                <a:spcPct val="115000"/>
              </a:lnSpc>
              <a:spcBef>
                <a:spcPts val="3300"/>
              </a:spcBef>
              <a:spcAft>
                <a:spcPts val="3300"/>
              </a:spcAft>
              <a:buNone/>
            </a:pPr>
            <a:r>
              <a:rPr b="1" lang="en-US" sz="2900">
                <a:latin typeface="Raleway"/>
                <a:ea typeface="Raleway"/>
                <a:cs typeface="Raleway"/>
                <a:sym typeface="Raleway"/>
              </a:rPr>
              <a:t>✅ 3. </a:t>
            </a:r>
            <a:r>
              <a:rPr lang="en-US" sz="2700">
                <a:latin typeface="Raleway"/>
                <a:ea typeface="Raleway"/>
                <a:cs typeface="Raleway"/>
                <a:sym typeface="Raleway"/>
              </a:rPr>
              <a:t> Онлайн-інструменти: </a:t>
            </a:r>
            <a:r>
              <a:rPr lang="en-US" sz="2700" u="sng">
                <a:solidFill>
                  <a:schemeClr val="hlink"/>
                </a:solidFill>
                <a:latin typeface="Raleway"/>
                <a:ea typeface="Raleway"/>
                <a:cs typeface="Raleway"/>
                <a:sym typeface="Raleway"/>
                <a:hlinkClick r:id="rId4"/>
              </a:rPr>
              <a:t>quipqiup.com</a:t>
            </a:r>
            <a:r>
              <a:rPr lang="en-US" sz="2700">
                <a:latin typeface="Raleway"/>
                <a:ea typeface="Raleway"/>
                <a:cs typeface="Raleway"/>
                <a:sym typeface="Raleway"/>
              </a:rPr>
              <a:t> — для англійських шифрів</a:t>
            </a:r>
            <a:endParaRPr sz="2700">
              <a:latin typeface="Raleway"/>
              <a:ea typeface="Raleway"/>
              <a:cs typeface="Raleway"/>
              <a:sym typeface="Raleway"/>
            </a:endParaRPr>
          </a:p>
        </p:txBody>
      </p:sp>
      <p:pic>
        <p:nvPicPr>
          <p:cNvPr id="317" name="Google Shape;317;p4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117375" y="288972"/>
            <a:ext cx="3037100" cy="1333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7"/>
          <p:cNvSpPr txBox="1"/>
          <p:nvPr>
            <p:ph idx="1" type="body"/>
          </p:nvPr>
        </p:nvSpPr>
        <p:spPr>
          <a:xfrm>
            <a:off x="1429920" y="7439940"/>
            <a:ext cx="10340100" cy="561000"/>
          </a:xfrm>
          <a:prstGeom prst="rect">
            <a:avLst/>
          </a:prstGeom>
        </p:spPr>
        <p:txBody>
          <a:bodyPr anchorCtr="0" anchor="b" bIns="146275" lIns="146275" spcFirstLastPara="1" rIns="146275" wrap="square" tIns="14627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800">
                <a:latin typeface="Raleway"/>
                <a:ea typeface="Raleway"/>
                <a:cs typeface="Raleway"/>
                <a:sym typeface="Raleway"/>
              </a:rPr>
              <a:t>Сергій Яковлев</a:t>
            </a:r>
            <a:endParaRPr sz="2800"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324" name="Google Shape;324;p47"/>
          <p:cNvSpPr txBox="1"/>
          <p:nvPr/>
        </p:nvSpPr>
        <p:spPr>
          <a:xfrm>
            <a:off x="0" y="0"/>
            <a:ext cx="3000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Курс &quot;Симетрична криптографія&quot;, лекція 06bis (додаткова лекція, дозапис 2020 р.)&#10;Розглянуто такі питання:&#10;-- структурні особливості шифру Віженера, етапи побудови атаки;&#10;-- методи знаходження довжини ключа за шифротекстом;&#10;-- методи знаходження символів ключа за шифротекстом;&#10;-- взаємний індекс відповідності (mutual index of coincidence) та його застосування.&#10;&#10;Лектор: Сергій Яковлєв" id="325" name="Google Shape;325;p47" title="Симетрична криптографія, лекція 06bis-2: криптоаналіз шифру Віженера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03650" y="313575"/>
            <a:ext cx="11867775" cy="6675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Antonio template">
  <a:themeElements>
    <a:clrScheme name="Custom 347">
      <a:dk1>
        <a:srgbClr val="677480"/>
      </a:dk1>
      <a:lt1>
        <a:srgbClr val="FFFFFF"/>
      </a:lt1>
      <a:dk2>
        <a:srgbClr val="2185C5"/>
      </a:dk2>
      <a:lt2>
        <a:srgbClr val="DEE2E6"/>
      </a:lt2>
      <a:accent1>
        <a:srgbClr val="2185C5"/>
      </a:accent1>
      <a:accent2>
        <a:srgbClr val="7ECEFD"/>
      </a:accent2>
      <a:accent3>
        <a:srgbClr val="F20253"/>
      </a:accent3>
      <a:accent4>
        <a:srgbClr val="FF9715"/>
      </a:accent4>
      <a:accent5>
        <a:srgbClr val="1C3AA9"/>
      </a:accent5>
      <a:accent6>
        <a:srgbClr val="97ABBC"/>
      </a:accent6>
      <a:hlink>
        <a:srgbClr val="2185C5"/>
      </a:hlink>
      <a:folHlink>
        <a:srgbClr val="6611C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